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对比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公开数据集模型结果与 MDD 频段、电极实验</a:t>
            </a:r>
            <a:br/>
            <a:br/>
            <a:r>
              <a:rPr/>
              <a:t>Hua Chunyang · FYP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实验范围与口径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评估集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重复次数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LEADv2 / LaBraM 微调对比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AD、FTD、MDD、SZ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测试集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AD/FTD 各 1 次；MDD/SZ 各 5 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LEADv2 从零监督训练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验证集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seed 41–55，共 15 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去频段、仅 α、电极遮挡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验证集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每方案 15 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早期预训练模型推理后遮挡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验证集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seed 41–45，共 5 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公开数据集：AD 与 FTD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窗口准确率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窗口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被试准确率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 / ADFTD-RS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LEADv2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79.34%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89.59%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85.71%（6/7）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 / ADFTD-RS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LaBraM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73.25%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81.89%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85.71%（6/7）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FTD / ADFTD-RS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LEADv2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92.74%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98.01%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100%（6/6）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FTD / ADFTD-RS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LaBraM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83.80%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94.98%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100%（6/6）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公开数据集：MDD 与 SZ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窗口准确率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窗口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被试准确率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MDD / Mumtaz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LEADv2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90.15 ± 5.55%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98.36 ± 1.42%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93.33 ± 8.16%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MDD / Mumtaz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LaBraM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91.79 ± 5.27%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98.69 ± 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96.67 ± 6.67%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SZ / RepOD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LEADv2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61.79 ± 6.73%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62.64 ± 10.37%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56.67 ± 8.16%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SZ / RepOD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LaBraM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70.93 ± 9.33%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79.45 ± 3.86%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76.67 ± 17.00%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MDD 与 SZ：逐 seed 被试判断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MDD LEADv2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MDD LaBraM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SZ LEADv2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SZ LaBraM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5/6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4/6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3/6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5/6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3/6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MDD：早期固定划分（独立记录）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窗口准确率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窗口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被试多数投票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LEADv2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89.91%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98.78%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6/6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LaBraM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83.14%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93.57%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5/6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MDD：从零训练与频段消融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输入频谱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完成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验证被试平衡准确率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验证窗口 AUROC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完整 0.5–45 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94.68%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去 δ（0.5–4 Hz）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93.33%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94.78%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去 θ（4–8 Hz）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96.67%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96.33%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去 α（8–13 Hz）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94.44%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91.94%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去 β（13–30 Hz）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96.67%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95.09%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去 γ（30–45 Hz）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94.34%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仅 α（8–13 Hz）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85.56%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85.87%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α：完整、去掉、仅保留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比较（15 seed 配对）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被试平衡准确率差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窗口 AUROC 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AUROC 下降次数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去 α − 完整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−1.11 个百分点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−2.74 个百分点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13/15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仅 α − 完整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−10.00 个百分点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−8.81 个百分点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12/15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α：逐 seed 窗口 AUROC（41–48）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去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仅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去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仅 α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0.781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α：逐 seed 窗口 AUROC（49–55）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去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仅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去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仅 α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MDD：从零训练的电极遮挡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完成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验证被试平衡准确率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验证窗口 AUROC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完整 19 电极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94.68%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遮挡 O1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96.67%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94.82%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遮挡 P3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95.18%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MDD：推理后单电极遮挡（前额与中央）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遮挡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Δ窗口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遮挡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Δ窗口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遮挡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Δ窗口 AUROC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Fp2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−0.012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MDD：推理后单电极遮挡（后部）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遮挡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Δ窗口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遮挡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Δ窗口 AUROC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完整输入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结果边界与数据来源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公开对比：AD/FTD 是单次固定划分；MDD/SZ 是 5 次重复随机被试划分。不同数据集的指标不能直接解释为疾病差异。</a:t>
            </a:r>
          </a:p>
          <a:p>
            <a:pPr lvl="0" indent="0" marL="0">
              <a:buNone/>
            </a:pPr>
            <a:r>
              <a:rPr/>
              <a:t>MDD 消融：15 个 seed 为重复随机被试划分，并非 15 个互不重叠的测试折。所有频段与从零训练电极实验只看验证集，未用测试集选择方案。</a:t>
            </a:r>
          </a:p>
          <a:p>
            <a:pPr lvl="0" indent="0" marL="0">
              <a:buNone/>
            </a:pPr>
            <a:r>
              <a:rPr/>
              <a:t>早期固定划分与 MCCV 不配对；FTD 的 LEAD 旧运行未保存实际采样率。电极推理后遮挡与从零重训是不同实验。频段或电极的重要性不能解释为疾病病因。</a:t>
            </a:r>
          </a:p>
          <a:p>
            <a:pPr lvl="0" indent="0" marL="0">
              <a:buNone/>
            </a:pPr>
            <a:r>
              <a:rPr/>
              <a:t>来源：</a:t>
            </a:r>
            <a:r>
              <a:rPr>
                <a:latin typeface="Courier"/>
              </a:rPr>
              <a:t>outputs/LEAD和LaBraM对比总表.md</a:t>
            </a:r>
            <a:r>
              <a:rPr/>
              <a:t>；</a:t>
            </a:r>
            <a:r>
              <a:rPr>
                <a:latin typeface="Courier"/>
              </a:rPr>
              <a:t>output_Test/from_scratch/**/metrics.json</a:t>
            </a:r>
            <a:r>
              <a:rPr/>
              <a:t>；</a:t>
            </a:r>
            <a:r>
              <a:rPr>
                <a:latin typeface="Courier"/>
              </a:rPr>
              <a:t>output_Test/from_scratch_frequency/**/metrics.json</a:t>
            </a:r>
            <a:r>
              <a:rPr/>
              <a:t>；</a:t>
            </a:r>
            <a:r>
              <a:rPr>
                <a:latin typeface="Courier"/>
              </a:rPr>
              <a:t>output_Test/lead_mdd_val_seed*_all.csv</a:t>
            </a:r>
            <a:r>
              <a:rPr/>
              <a:t>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对比</dc:title>
  <dc:creator>Hua Chunyang · FYP</dc:creator>
  <cp:keywords/>
  <dcterms:created xsi:type="dcterms:W3CDTF">2026-10-17T07:35:26Z</dcterms:created>
  <dcterms:modified xsi:type="dcterms:W3CDTF">2026-10-17T07:35:26Z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date">
    <vt:lpwstr>2026-10-17</vt:lpwstr>
  </property>
  <property fmtid="{D5CDD505-2E9C-101B-9397-08002B2CF9AE}" pid="4" name="subtitle">
    <vt:lpwstr>公开数据集模型结果与 MDD 频段、电极实验</vt:lpwstr>
  </property>
</Properties>
</file>