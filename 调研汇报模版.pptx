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</p:sldMasterIdLst>
  <p:notesMasterIdLst>
    <p:notesMasterId r:id="rId10"/>
  </p:notesMasterIdLst>
  <p:handoutMasterIdLst>
    <p:handoutMasterId r:id="rId23"/>
  </p:handoutMasterIdLst>
  <p:sldIdLst>
    <p:sldId id="258" r:id="rId9"/>
    <p:sldId id="377" r:id="rId11"/>
    <p:sldId id="417" r:id="rId12"/>
    <p:sldId id="387" r:id="rId13"/>
    <p:sldId id="459" r:id="rId14"/>
    <p:sldId id="388" r:id="rId15"/>
    <p:sldId id="464" r:id="rId16"/>
    <p:sldId id="463" r:id="rId17"/>
    <p:sldId id="460" r:id="rId18"/>
    <p:sldId id="461" r:id="rId19"/>
    <p:sldId id="462" r:id="rId20"/>
    <p:sldId id="418" r:id="rId21"/>
    <p:sldId id="327" r:id="rId22"/>
  </p:sldIdLst>
  <p:sldSz cx="9144000" cy="5143500" type="screen16x9"/>
  <p:notesSz cx="6858000" cy="9144000"/>
  <p:custDataLst>
    <p:tags r:id="rId28"/>
  </p:custDataLst>
  <p:defaultTextStyle>
    <a:defPPr>
      <a:defRPr lang="zh-CN"/>
    </a:defPPr>
    <a:lvl1pPr algn="l" defTabSz="685800" rtl="0" fontAlgn="base">
      <a:spcBef>
        <a:spcPct val="0"/>
      </a:spcBef>
      <a:spcAft>
        <a:spcPct val="0"/>
      </a:spcAft>
      <a:buFont typeface="Arial" panose="020B0604020202090204" pitchFamily="34" charset="0"/>
      <a:defRPr sz="14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342900" indent="114300" algn="l" defTabSz="685800" rtl="0" fontAlgn="base">
      <a:spcBef>
        <a:spcPct val="0"/>
      </a:spcBef>
      <a:spcAft>
        <a:spcPct val="0"/>
      </a:spcAft>
      <a:buFont typeface="Arial" panose="020B0604020202090204" pitchFamily="34" charset="0"/>
      <a:defRPr sz="14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685800" indent="228600" algn="l" defTabSz="685800" rtl="0" fontAlgn="base">
      <a:spcBef>
        <a:spcPct val="0"/>
      </a:spcBef>
      <a:spcAft>
        <a:spcPct val="0"/>
      </a:spcAft>
      <a:buFont typeface="Arial" panose="020B0604020202090204" pitchFamily="34" charset="0"/>
      <a:defRPr sz="14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028700" indent="342900" algn="l" defTabSz="685800" rtl="0" fontAlgn="base">
      <a:spcBef>
        <a:spcPct val="0"/>
      </a:spcBef>
      <a:spcAft>
        <a:spcPct val="0"/>
      </a:spcAft>
      <a:buFont typeface="Arial" panose="020B0604020202090204" pitchFamily="34" charset="0"/>
      <a:defRPr sz="14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371600" indent="457200" algn="l" defTabSz="685800" rtl="0" fontAlgn="base">
      <a:spcBef>
        <a:spcPct val="0"/>
      </a:spcBef>
      <a:spcAft>
        <a:spcPct val="0"/>
      </a:spcAft>
      <a:buFont typeface="Arial" panose="020B0604020202090204" pitchFamily="34" charset="0"/>
      <a:defRPr sz="14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6" userDrawn="1">
          <p15:clr>
            <a:srgbClr val="A4A3A4"/>
          </p15:clr>
        </p15:guide>
        <p15:guide id="2" orient="horz" pos="901" userDrawn="1">
          <p15:clr>
            <a:srgbClr val="A4A3A4"/>
          </p15:clr>
        </p15:guide>
        <p15:guide id="3" orient="horz" pos="2052" userDrawn="1">
          <p15:clr>
            <a:srgbClr val="A4A3A4"/>
          </p15:clr>
        </p15:guide>
        <p15:guide id="4" orient="horz" pos="3134" userDrawn="1">
          <p15:clr>
            <a:srgbClr val="A4A3A4"/>
          </p15:clr>
        </p15:guide>
        <p15:guide id="5" orient="horz" pos="1118" userDrawn="1">
          <p15:clr>
            <a:srgbClr val="A4A3A4"/>
          </p15:clr>
        </p15:guide>
        <p15:guide id="6" orient="horz" pos="648" userDrawn="1">
          <p15:clr>
            <a:srgbClr val="A4A3A4"/>
          </p15:clr>
        </p15:guide>
        <p15:guide id="7" pos="2880" userDrawn="1">
          <p15:clr>
            <a:srgbClr val="A4A3A4"/>
          </p15:clr>
        </p15:guide>
        <p15:guide id="8" pos="245" userDrawn="1">
          <p15:clr>
            <a:srgbClr val="A4A3A4"/>
          </p15:clr>
        </p15:guide>
        <p15:guide id="9" pos="914" userDrawn="1">
          <p15:clr>
            <a:srgbClr val="A4A3A4"/>
          </p15:clr>
        </p15:guide>
        <p15:guide id="10" pos="5514" userDrawn="1">
          <p15:clr>
            <a:srgbClr val="A4A3A4"/>
          </p15:clr>
        </p15:guide>
        <p15:guide id="11" pos="5293" userDrawn="1">
          <p15:clr>
            <a:srgbClr val="A4A3A4"/>
          </p15:clr>
        </p15:guide>
        <p15:guide id="12" pos="4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 贺" initials="李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CB25"/>
    <a:srgbClr val="A3D769"/>
    <a:srgbClr val="EA7E7E"/>
    <a:srgbClr val="2486C2"/>
    <a:srgbClr val="FBEFC7"/>
    <a:srgbClr val="FFE181"/>
    <a:srgbClr val="E36D6D"/>
    <a:srgbClr val="6F9C2E"/>
    <a:srgbClr val="D5A8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56" d="100"/>
          <a:sy n="156" d="100"/>
        </p:scale>
        <p:origin x="634" y="91"/>
      </p:cViewPr>
      <p:guideLst>
        <p:guide orient="horz" pos="76"/>
        <p:guide orient="horz" pos="901"/>
        <p:guide orient="horz" pos="2052"/>
        <p:guide orient="horz" pos="3134"/>
        <p:guide orient="horz" pos="1118"/>
        <p:guide orient="horz" pos="648"/>
        <p:guide pos="2880"/>
        <p:guide pos="245"/>
        <p:guide pos="914"/>
        <p:guide pos="5514"/>
        <p:guide pos="5293"/>
        <p:guide pos="45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8" Type="http://schemas.openxmlformats.org/officeDocument/2006/relationships/tags" Target="tags/tag1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008247A-13B5-491F-9F97-C32DC2A76F1F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BF023A7-28A7-4F76-9563-AF5157558A33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Header Placeholder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Segoe U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3" name="Date Placeholder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/>
            </a:lvl1pPr>
          </a:lstStyle>
          <a:p>
            <a:pPr>
              <a:defRPr/>
            </a:pPr>
            <a:fld id="{63021AE8-D0B7-4BF6-B781-51FEE193BFAD}" type="datetime1">
              <a:rPr lang="en-US"/>
            </a:fld>
            <a:endParaRPr lang="en-US" sz="1200">
              <a:latin typeface="Segoe UI" pitchFamily="34" charset="0"/>
            </a:endParaRPr>
          </a:p>
        </p:txBody>
      </p:sp>
      <p:sp>
        <p:nvSpPr>
          <p:cNvPr id="47108" name="Slide Image Placeholder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bevel/>
              </a14:hiddenLine>
            </a:ext>
          </a:extLst>
        </p:spPr>
      </p:sp>
      <p:sp>
        <p:nvSpPr>
          <p:cNvPr id="47109" name="Notes Placeholder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bevel/>
              </a14:hiddenLine>
            </a:ext>
          </a:extLst>
        </p:spPr>
        <p:txBody>
          <a:bodyPr anchor="ctr"/>
          <a:lstStyle/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en-US" altLang="zh-CN" sz="1200"/>
              <a:t>Click to edit Master text styles</a:t>
            </a:r>
            <a:endParaRPr lang="en-US" altLang="zh-CN" sz="1200"/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en-US" altLang="zh-CN" sz="1200"/>
              <a:t>Second level</a:t>
            </a:r>
            <a:endParaRPr lang="en-US" altLang="zh-CN" sz="1200"/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en-US" altLang="zh-CN" sz="1200"/>
              <a:t>Third level</a:t>
            </a:r>
            <a:endParaRPr lang="en-US" altLang="zh-CN" sz="1200"/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en-US" altLang="zh-CN" sz="1200"/>
              <a:t>Fourth level</a:t>
            </a:r>
            <a:endParaRPr lang="en-US" altLang="zh-CN" sz="1200"/>
          </a:p>
          <a:p>
            <a:pPr defTabSz="0" eaLnBrk="0" hangingPunct="0">
              <a:spcBef>
                <a:spcPct val="30000"/>
              </a:spcBef>
              <a:buFontTx/>
              <a:buNone/>
            </a:pPr>
            <a:r>
              <a:rPr lang="en-US" altLang="zh-CN" sz="1200"/>
              <a:t>Fifth level</a:t>
            </a:r>
            <a:endParaRPr lang="en-US" altLang="zh-CN" sz="1200"/>
          </a:p>
        </p:txBody>
      </p:sp>
      <p:sp>
        <p:nvSpPr>
          <p:cNvPr id="10246" name="Footer Placeholder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500">
                <a:latin typeface="Segoe UI" pitchFamily="34" charset="0"/>
                <a:sym typeface="Segoe UI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47" name="Slide Number Placeholder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172200" y="8685213"/>
            <a:ext cx="68421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/>
            </a:lvl1pPr>
          </a:lstStyle>
          <a:p>
            <a:pPr>
              <a:defRPr/>
            </a:pPr>
            <a:fld id="{C602B0D3-82A8-4140-9467-B613966B3B70}" type="slidenum">
              <a:rPr lang="en-US"/>
            </a:fld>
            <a:endParaRPr lang="en-US" sz="1200">
              <a:latin typeface="Segoe UI" pitchFamily="34" charset="0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hf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1pPr>
    <a:lvl2pPr marL="4572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2pPr>
    <a:lvl3pPr marL="9144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3pPr>
    <a:lvl4pPr marL="13716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4pPr>
    <a:lvl5pPr marL="18288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2" name="页眉占位符 3"/>
          <p:cNvSpPr>
            <a:spLocks noGrp="1"/>
          </p:cNvSpPr>
          <p:nvPr>
            <p:ph type="hdr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1200">
              <a:latin typeface="Segoe UI" pitchFamily="34" charset="0"/>
            </a:endParaRPr>
          </a:p>
        </p:txBody>
      </p:sp>
      <p:sp>
        <p:nvSpPr>
          <p:cNvPr id="48133" name="日期占位符 4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5AACB7E6-B7CF-48FA-8C4E-E35873AF93AF}" type="datetime1">
              <a:rPr lang="en-US" altLang="zh-CN" smtClean="0"/>
            </a:fld>
            <a:endParaRPr lang="en-US" altLang="zh-CN" sz="1200">
              <a:latin typeface="Segoe UI" pitchFamily="34" charset="0"/>
            </a:endParaRPr>
          </a:p>
        </p:txBody>
      </p:sp>
      <p:sp>
        <p:nvSpPr>
          <p:cNvPr id="48134" name="页脚占位符 5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500">
              <a:latin typeface="Segoe UI" pitchFamily="34" charset="0"/>
            </a:endParaRPr>
          </a:p>
        </p:txBody>
      </p:sp>
      <p:sp>
        <p:nvSpPr>
          <p:cNvPr id="48135" name="灯片编号占位符 6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C96E3EA8-631F-4D42-B07C-535257082CBD}" type="slidenum">
              <a:rPr lang="en-US" altLang="zh-CN" smtClean="0"/>
            </a:fld>
            <a:endParaRPr lang="en-US" altLang="zh-CN" sz="1200">
              <a:latin typeface="Segoe UI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806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68" name="页眉占位符 3"/>
          <p:cNvSpPr>
            <a:spLocks noGrp="1"/>
          </p:cNvSpPr>
          <p:nvPr>
            <p:ph type="hdr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1200">
              <a:latin typeface="Segoe UI" pitchFamily="34" charset="0"/>
            </a:endParaRPr>
          </a:p>
        </p:txBody>
      </p:sp>
      <p:sp>
        <p:nvSpPr>
          <p:cNvPr id="88069" name="日期占位符 4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40D9D590-02D5-4D1F-ADE6-B808EA740E48}" type="datetime1">
              <a:rPr lang="en-US" altLang="zh-CN" smtClean="0"/>
            </a:fld>
            <a:endParaRPr lang="en-US" altLang="zh-CN" sz="1200">
              <a:latin typeface="Segoe UI" pitchFamily="34" charset="0"/>
            </a:endParaRPr>
          </a:p>
        </p:txBody>
      </p:sp>
      <p:sp>
        <p:nvSpPr>
          <p:cNvPr id="88070" name="页脚占位符 5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500">
              <a:latin typeface="Segoe UI" pitchFamily="34" charset="0"/>
            </a:endParaRPr>
          </a:p>
        </p:txBody>
      </p:sp>
      <p:sp>
        <p:nvSpPr>
          <p:cNvPr id="88071" name="灯片编号占位符 6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A883C954-8EB8-4341-BF75-A69F209BC637}" type="slidenum">
              <a:rPr lang="en-US" altLang="zh-CN" smtClean="0"/>
            </a:fld>
            <a:endParaRPr lang="en-US" altLang="zh-CN" sz="1200">
              <a:latin typeface="Segoe UI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806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88068" name="页眉占位符 3"/>
          <p:cNvSpPr>
            <a:spLocks noGrp="1"/>
          </p:cNvSpPr>
          <p:nvPr>
            <p:ph type="hdr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1200">
              <a:latin typeface="Segoe UI" pitchFamily="34" charset="0"/>
            </a:endParaRPr>
          </a:p>
        </p:txBody>
      </p:sp>
      <p:sp>
        <p:nvSpPr>
          <p:cNvPr id="88069" name="日期占位符 4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40D9D590-02D5-4D1F-ADE6-B808EA740E48}" type="datetime1">
              <a:rPr lang="en-US" altLang="zh-CN" smtClean="0"/>
            </a:fld>
            <a:endParaRPr lang="en-US" altLang="zh-CN" sz="1200">
              <a:latin typeface="Segoe UI" pitchFamily="34" charset="0"/>
            </a:endParaRPr>
          </a:p>
        </p:txBody>
      </p:sp>
      <p:sp>
        <p:nvSpPr>
          <p:cNvPr id="88070" name="页脚占位符 5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500">
              <a:latin typeface="Segoe UI" pitchFamily="34" charset="0"/>
            </a:endParaRPr>
          </a:p>
        </p:txBody>
      </p:sp>
      <p:sp>
        <p:nvSpPr>
          <p:cNvPr id="88071" name="灯片编号占位符 6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A883C954-8EB8-4341-BF75-A69F209BC637}" type="slidenum">
              <a:rPr lang="en-US" altLang="zh-CN" smtClean="0"/>
            </a:fld>
            <a:endParaRPr lang="en-US" altLang="zh-CN" sz="1200">
              <a:latin typeface="Segoe UI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806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0"/>
              <a:t>现有的</a:t>
            </a:r>
            <a:r>
              <a:rPr lang="en-US" altLang="zh-CN" b="0" err="1"/>
              <a:t>ReID</a:t>
            </a:r>
            <a:r>
              <a:rPr lang="zh-CN" altLang="en-US" b="0"/>
              <a:t>任务仅关注单一场景下的检索性能</a:t>
            </a:r>
            <a:endParaRPr lang="en-GB" altLang="zh-CN" b="0"/>
          </a:p>
          <a:p>
            <a:r>
              <a:rPr lang="zh-CN" altLang="en-US" b="0"/>
              <a:t>常用数据集多样性不足 </a:t>
            </a:r>
            <a:r>
              <a:rPr lang="en-US" altLang="zh-CN" b="0"/>
              <a:t>– </a:t>
            </a:r>
            <a:r>
              <a:rPr lang="zh-CN" altLang="en-US" b="0"/>
              <a:t>场景单一，特殊情况少</a:t>
            </a:r>
            <a:endParaRPr lang="zh-CN" altLang="en-US" b="0"/>
          </a:p>
        </p:txBody>
      </p:sp>
      <p:sp>
        <p:nvSpPr>
          <p:cNvPr id="88068" name="页眉占位符 3"/>
          <p:cNvSpPr>
            <a:spLocks noGrp="1"/>
          </p:cNvSpPr>
          <p:nvPr>
            <p:ph type="hdr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1200">
              <a:latin typeface="Segoe UI" pitchFamily="34" charset="0"/>
            </a:endParaRPr>
          </a:p>
        </p:txBody>
      </p:sp>
      <p:sp>
        <p:nvSpPr>
          <p:cNvPr id="88069" name="日期占位符 4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40D9D590-02D5-4D1F-ADE6-B808EA740E48}" type="datetime1">
              <a:rPr lang="en-US" altLang="zh-CN" smtClean="0"/>
            </a:fld>
            <a:endParaRPr lang="en-US" altLang="zh-CN" sz="1200">
              <a:latin typeface="Segoe UI" pitchFamily="34" charset="0"/>
            </a:endParaRPr>
          </a:p>
        </p:txBody>
      </p:sp>
      <p:sp>
        <p:nvSpPr>
          <p:cNvPr id="88070" name="页脚占位符 5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500">
              <a:latin typeface="Segoe UI" pitchFamily="34" charset="0"/>
            </a:endParaRPr>
          </a:p>
        </p:txBody>
      </p:sp>
      <p:sp>
        <p:nvSpPr>
          <p:cNvPr id="88071" name="灯片编号占位符 6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A883C954-8EB8-4341-BF75-A69F209BC637}" type="slidenum">
              <a:rPr lang="en-US" altLang="zh-CN" smtClean="0"/>
            </a:fld>
            <a:endParaRPr lang="en-US" altLang="zh-CN" sz="1200">
              <a:latin typeface="Segoe U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806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68" name="页眉占位符 3"/>
          <p:cNvSpPr>
            <a:spLocks noGrp="1"/>
          </p:cNvSpPr>
          <p:nvPr>
            <p:ph type="hdr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1200">
              <a:latin typeface="Segoe UI" pitchFamily="34" charset="0"/>
            </a:endParaRPr>
          </a:p>
        </p:txBody>
      </p:sp>
      <p:sp>
        <p:nvSpPr>
          <p:cNvPr id="88069" name="日期占位符 4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40D9D590-02D5-4D1F-ADE6-B808EA740E48}" type="datetime1">
              <a:rPr lang="en-US" altLang="zh-CN" smtClean="0"/>
            </a:fld>
            <a:endParaRPr lang="en-US" altLang="zh-CN" sz="1200">
              <a:latin typeface="Segoe UI" pitchFamily="34" charset="0"/>
            </a:endParaRPr>
          </a:p>
        </p:txBody>
      </p:sp>
      <p:sp>
        <p:nvSpPr>
          <p:cNvPr id="88070" name="页脚占位符 5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500">
              <a:latin typeface="Segoe UI" pitchFamily="34" charset="0"/>
            </a:endParaRPr>
          </a:p>
        </p:txBody>
      </p:sp>
      <p:sp>
        <p:nvSpPr>
          <p:cNvPr id="88071" name="灯片编号占位符 6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A883C954-8EB8-4341-BF75-A69F209BC637}" type="slidenum">
              <a:rPr lang="en-US" altLang="zh-CN" smtClean="0"/>
            </a:fld>
            <a:endParaRPr lang="en-US" altLang="zh-CN" sz="1200">
              <a:latin typeface="Segoe UI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806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0"/>
              <a:t>如何采集多样的数据？</a:t>
            </a:r>
            <a:endParaRPr lang="en-GB" altLang="zh-CN" b="0"/>
          </a:p>
          <a:p>
            <a:endParaRPr lang="en-GB" altLang="zh-CN" b="0"/>
          </a:p>
          <a:p>
            <a:r>
              <a:rPr lang="zh-CN" altLang="en-US" b="0"/>
              <a:t>如何从大型数据集中采样？</a:t>
            </a:r>
            <a:endParaRPr lang="en-GB" altLang="zh-CN" b="0"/>
          </a:p>
          <a:p>
            <a:endParaRPr lang="en-GB" altLang="zh-CN" b="0"/>
          </a:p>
          <a:p>
            <a:r>
              <a:rPr lang="zh-CN" altLang="en-US" b="0"/>
              <a:t>如何训练具有泛化能力的</a:t>
            </a:r>
            <a:r>
              <a:rPr lang="en-US" altLang="zh-CN" b="0" err="1"/>
              <a:t>ReID</a:t>
            </a:r>
            <a:r>
              <a:rPr lang="zh-CN" altLang="en-US" b="0"/>
              <a:t>模型？</a:t>
            </a:r>
            <a:endParaRPr lang="zh-CN" altLang="en-US" b="0"/>
          </a:p>
        </p:txBody>
      </p:sp>
      <p:sp>
        <p:nvSpPr>
          <p:cNvPr id="88068" name="页眉占位符 3"/>
          <p:cNvSpPr>
            <a:spLocks noGrp="1"/>
          </p:cNvSpPr>
          <p:nvPr>
            <p:ph type="hdr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1200">
              <a:latin typeface="Segoe UI" pitchFamily="34" charset="0"/>
            </a:endParaRPr>
          </a:p>
        </p:txBody>
      </p:sp>
      <p:sp>
        <p:nvSpPr>
          <p:cNvPr id="88069" name="日期占位符 4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40D9D590-02D5-4D1F-ADE6-B808EA740E48}" type="datetime1">
              <a:rPr lang="en-US" altLang="zh-CN" smtClean="0"/>
            </a:fld>
            <a:endParaRPr lang="en-US" altLang="zh-CN" sz="1200">
              <a:latin typeface="Segoe UI" pitchFamily="34" charset="0"/>
            </a:endParaRPr>
          </a:p>
        </p:txBody>
      </p:sp>
      <p:sp>
        <p:nvSpPr>
          <p:cNvPr id="88070" name="页脚占位符 5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500">
              <a:latin typeface="Segoe UI" pitchFamily="34" charset="0"/>
            </a:endParaRPr>
          </a:p>
        </p:txBody>
      </p:sp>
      <p:sp>
        <p:nvSpPr>
          <p:cNvPr id="88071" name="灯片编号占位符 6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A883C954-8EB8-4341-BF75-A69F209BC637}" type="slidenum">
              <a:rPr lang="en-US" altLang="zh-CN" smtClean="0"/>
            </a:fld>
            <a:endParaRPr lang="en-US" altLang="zh-CN" sz="1200">
              <a:latin typeface="Segoe UI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806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68" name="页眉占位符 3"/>
          <p:cNvSpPr>
            <a:spLocks noGrp="1"/>
          </p:cNvSpPr>
          <p:nvPr>
            <p:ph type="hdr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1200">
              <a:latin typeface="Segoe UI" pitchFamily="34" charset="0"/>
            </a:endParaRPr>
          </a:p>
        </p:txBody>
      </p:sp>
      <p:sp>
        <p:nvSpPr>
          <p:cNvPr id="88069" name="日期占位符 4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40D9D590-02D5-4D1F-ADE6-B808EA740E48}" type="datetime1">
              <a:rPr lang="en-US" altLang="zh-CN" smtClean="0"/>
            </a:fld>
            <a:endParaRPr lang="en-US" altLang="zh-CN" sz="1200">
              <a:latin typeface="Segoe UI" pitchFamily="34" charset="0"/>
            </a:endParaRPr>
          </a:p>
        </p:txBody>
      </p:sp>
      <p:sp>
        <p:nvSpPr>
          <p:cNvPr id="88070" name="页脚占位符 5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500">
              <a:latin typeface="Segoe UI" pitchFamily="34" charset="0"/>
            </a:endParaRPr>
          </a:p>
        </p:txBody>
      </p:sp>
      <p:sp>
        <p:nvSpPr>
          <p:cNvPr id="88071" name="灯片编号占位符 6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A883C954-8EB8-4341-BF75-A69F209BC637}" type="slidenum">
              <a:rPr lang="en-US" altLang="zh-CN" smtClean="0"/>
            </a:fld>
            <a:endParaRPr lang="en-US" altLang="zh-CN" sz="1200">
              <a:latin typeface="Segoe UI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806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0"/>
              <a:t>如何采集多样的数据？</a:t>
            </a:r>
            <a:endParaRPr lang="en-GB" altLang="zh-CN" b="0"/>
          </a:p>
          <a:p>
            <a:endParaRPr lang="en-GB" altLang="zh-CN" b="0"/>
          </a:p>
          <a:p>
            <a:r>
              <a:rPr lang="zh-CN" altLang="en-US" b="0"/>
              <a:t>如何从大型数据集中采样？</a:t>
            </a:r>
            <a:endParaRPr lang="en-GB" altLang="zh-CN" b="0"/>
          </a:p>
          <a:p>
            <a:endParaRPr lang="en-GB" altLang="zh-CN" b="0"/>
          </a:p>
          <a:p>
            <a:r>
              <a:rPr lang="zh-CN" altLang="en-US" b="0"/>
              <a:t>如何训练具有泛化能力的</a:t>
            </a:r>
            <a:r>
              <a:rPr lang="en-US" altLang="zh-CN" b="0" err="1"/>
              <a:t>ReID</a:t>
            </a:r>
            <a:r>
              <a:rPr lang="zh-CN" altLang="en-US" b="0"/>
              <a:t>模型？</a:t>
            </a:r>
            <a:endParaRPr lang="zh-CN" altLang="en-US" b="0"/>
          </a:p>
        </p:txBody>
      </p:sp>
      <p:sp>
        <p:nvSpPr>
          <p:cNvPr id="88068" name="页眉占位符 3"/>
          <p:cNvSpPr>
            <a:spLocks noGrp="1"/>
          </p:cNvSpPr>
          <p:nvPr>
            <p:ph type="hdr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1200">
              <a:latin typeface="Segoe UI" pitchFamily="34" charset="0"/>
            </a:endParaRPr>
          </a:p>
        </p:txBody>
      </p:sp>
      <p:sp>
        <p:nvSpPr>
          <p:cNvPr id="88069" name="日期占位符 4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40D9D590-02D5-4D1F-ADE6-B808EA740E48}" type="datetime1">
              <a:rPr lang="en-US" altLang="zh-CN" smtClean="0"/>
            </a:fld>
            <a:endParaRPr lang="en-US" altLang="zh-CN" sz="1200">
              <a:latin typeface="Segoe UI" pitchFamily="34" charset="0"/>
            </a:endParaRPr>
          </a:p>
        </p:txBody>
      </p:sp>
      <p:sp>
        <p:nvSpPr>
          <p:cNvPr id="88070" name="页脚占位符 5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500">
              <a:latin typeface="Segoe UI" pitchFamily="34" charset="0"/>
            </a:endParaRPr>
          </a:p>
        </p:txBody>
      </p:sp>
      <p:sp>
        <p:nvSpPr>
          <p:cNvPr id="88071" name="灯片编号占位符 6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A883C954-8EB8-4341-BF75-A69F209BC637}" type="slidenum">
              <a:rPr lang="en-US" altLang="zh-CN" smtClean="0"/>
            </a:fld>
            <a:endParaRPr lang="en-US" altLang="zh-CN" sz="1200">
              <a:latin typeface="Segoe UI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806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0"/>
              <a:t>如何采集多样的数据？</a:t>
            </a:r>
            <a:endParaRPr lang="en-GB" altLang="zh-CN" b="0"/>
          </a:p>
          <a:p>
            <a:endParaRPr lang="en-GB" altLang="zh-CN" b="0"/>
          </a:p>
          <a:p>
            <a:r>
              <a:rPr lang="zh-CN" altLang="en-US" b="0"/>
              <a:t>如何从大型数据集中采样？</a:t>
            </a:r>
            <a:endParaRPr lang="en-GB" altLang="zh-CN" b="0"/>
          </a:p>
          <a:p>
            <a:endParaRPr lang="en-GB" altLang="zh-CN" b="0"/>
          </a:p>
          <a:p>
            <a:r>
              <a:rPr lang="zh-CN" altLang="en-US" b="0"/>
              <a:t>如何训练具有泛化能力的</a:t>
            </a:r>
            <a:r>
              <a:rPr lang="en-US" altLang="zh-CN" b="0" err="1"/>
              <a:t>ReID</a:t>
            </a:r>
            <a:r>
              <a:rPr lang="zh-CN" altLang="en-US" b="0"/>
              <a:t>模型？</a:t>
            </a:r>
            <a:endParaRPr lang="zh-CN" altLang="en-US" b="0"/>
          </a:p>
        </p:txBody>
      </p:sp>
      <p:sp>
        <p:nvSpPr>
          <p:cNvPr id="88068" name="页眉占位符 3"/>
          <p:cNvSpPr>
            <a:spLocks noGrp="1"/>
          </p:cNvSpPr>
          <p:nvPr>
            <p:ph type="hdr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1200">
              <a:latin typeface="Segoe UI" pitchFamily="34" charset="0"/>
            </a:endParaRPr>
          </a:p>
        </p:txBody>
      </p:sp>
      <p:sp>
        <p:nvSpPr>
          <p:cNvPr id="88069" name="日期占位符 4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40D9D590-02D5-4D1F-ADE6-B808EA740E48}" type="datetime1">
              <a:rPr lang="en-US" altLang="zh-CN" smtClean="0"/>
            </a:fld>
            <a:endParaRPr lang="en-US" altLang="zh-CN" sz="1200">
              <a:latin typeface="Segoe UI" pitchFamily="34" charset="0"/>
            </a:endParaRPr>
          </a:p>
        </p:txBody>
      </p:sp>
      <p:sp>
        <p:nvSpPr>
          <p:cNvPr id="88070" name="页脚占位符 5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500">
              <a:latin typeface="Segoe UI" pitchFamily="34" charset="0"/>
            </a:endParaRPr>
          </a:p>
        </p:txBody>
      </p:sp>
      <p:sp>
        <p:nvSpPr>
          <p:cNvPr id="88071" name="灯片编号占位符 6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A883C954-8EB8-4341-BF75-A69F209BC637}" type="slidenum">
              <a:rPr lang="en-US" altLang="zh-CN" smtClean="0"/>
            </a:fld>
            <a:endParaRPr lang="en-US" altLang="zh-CN" sz="1200">
              <a:latin typeface="Segoe UI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806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b="0"/>
              <a:t>如何采集多样的数据？</a:t>
            </a:r>
            <a:endParaRPr lang="en-GB" altLang="zh-CN" b="0"/>
          </a:p>
          <a:p>
            <a:endParaRPr lang="en-GB" altLang="zh-CN" b="0"/>
          </a:p>
          <a:p>
            <a:r>
              <a:rPr lang="zh-CN" altLang="en-US" b="0"/>
              <a:t>如何从大型数据集中采样？</a:t>
            </a:r>
            <a:endParaRPr lang="en-GB" altLang="zh-CN" b="0"/>
          </a:p>
          <a:p>
            <a:endParaRPr lang="en-GB" altLang="zh-CN" b="0"/>
          </a:p>
          <a:p>
            <a:r>
              <a:rPr lang="zh-CN" altLang="en-US" b="0"/>
              <a:t>如何训练具有泛化能力的</a:t>
            </a:r>
            <a:r>
              <a:rPr lang="en-US" altLang="zh-CN" b="0" err="1"/>
              <a:t>ReID</a:t>
            </a:r>
            <a:r>
              <a:rPr lang="zh-CN" altLang="en-US" b="0"/>
              <a:t>模型？</a:t>
            </a:r>
            <a:endParaRPr lang="zh-CN" altLang="en-US" b="0"/>
          </a:p>
        </p:txBody>
      </p:sp>
      <p:sp>
        <p:nvSpPr>
          <p:cNvPr id="88068" name="页眉占位符 3"/>
          <p:cNvSpPr>
            <a:spLocks noGrp="1"/>
          </p:cNvSpPr>
          <p:nvPr>
            <p:ph type="hdr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1200">
              <a:latin typeface="Segoe UI" pitchFamily="34" charset="0"/>
            </a:endParaRPr>
          </a:p>
        </p:txBody>
      </p:sp>
      <p:sp>
        <p:nvSpPr>
          <p:cNvPr id="88069" name="日期占位符 4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40D9D590-02D5-4D1F-ADE6-B808EA740E48}" type="datetime1">
              <a:rPr lang="en-US" altLang="zh-CN" smtClean="0"/>
            </a:fld>
            <a:endParaRPr lang="en-US" altLang="zh-CN" sz="1200">
              <a:latin typeface="Segoe UI" pitchFamily="34" charset="0"/>
            </a:endParaRPr>
          </a:p>
        </p:txBody>
      </p:sp>
      <p:sp>
        <p:nvSpPr>
          <p:cNvPr id="88070" name="页脚占位符 5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500">
              <a:latin typeface="Segoe UI" pitchFamily="34" charset="0"/>
            </a:endParaRPr>
          </a:p>
        </p:txBody>
      </p:sp>
      <p:sp>
        <p:nvSpPr>
          <p:cNvPr id="88071" name="灯片编号占位符 6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A883C954-8EB8-4341-BF75-A69F209BC637}" type="slidenum">
              <a:rPr lang="en-US" altLang="zh-CN" smtClean="0"/>
            </a:fld>
            <a:endParaRPr lang="en-US" altLang="zh-CN" sz="1200">
              <a:latin typeface="Segoe UI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806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068" name="页眉占位符 3"/>
          <p:cNvSpPr>
            <a:spLocks noGrp="1"/>
          </p:cNvSpPr>
          <p:nvPr>
            <p:ph type="hdr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1200">
              <a:latin typeface="Segoe UI" pitchFamily="34" charset="0"/>
            </a:endParaRPr>
          </a:p>
        </p:txBody>
      </p:sp>
      <p:sp>
        <p:nvSpPr>
          <p:cNvPr id="88069" name="日期占位符 4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40D9D590-02D5-4D1F-ADE6-B808EA740E48}" type="datetime1">
              <a:rPr lang="en-US" altLang="zh-CN" smtClean="0"/>
            </a:fld>
            <a:endParaRPr lang="en-US" altLang="zh-CN" sz="1200">
              <a:latin typeface="Segoe UI" pitchFamily="34" charset="0"/>
            </a:endParaRPr>
          </a:p>
        </p:txBody>
      </p:sp>
      <p:sp>
        <p:nvSpPr>
          <p:cNvPr id="88070" name="页脚占位符 5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500">
              <a:latin typeface="Segoe UI" pitchFamily="34" charset="0"/>
            </a:endParaRPr>
          </a:p>
        </p:txBody>
      </p:sp>
      <p:sp>
        <p:nvSpPr>
          <p:cNvPr id="88071" name="灯片编号占位符 6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A883C954-8EB8-4341-BF75-A69F209BC637}" type="slidenum">
              <a:rPr lang="en-US" altLang="zh-CN" smtClean="0"/>
            </a:fld>
            <a:endParaRPr lang="en-US" altLang="zh-CN" sz="1200">
              <a:latin typeface="Segoe UI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806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b="0"/>
          </a:p>
        </p:txBody>
      </p:sp>
      <p:sp>
        <p:nvSpPr>
          <p:cNvPr id="88068" name="页眉占位符 3"/>
          <p:cNvSpPr>
            <a:spLocks noGrp="1"/>
          </p:cNvSpPr>
          <p:nvPr>
            <p:ph type="hdr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1200">
              <a:latin typeface="Segoe UI" pitchFamily="34" charset="0"/>
            </a:endParaRPr>
          </a:p>
        </p:txBody>
      </p:sp>
      <p:sp>
        <p:nvSpPr>
          <p:cNvPr id="88069" name="日期占位符 4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40D9D590-02D5-4D1F-ADE6-B808EA740E48}" type="datetime1">
              <a:rPr lang="en-US" altLang="zh-CN" smtClean="0"/>
            </a:fld>
            <a:endParaRPr lang="en-US" altLang="zh-CN" sz="1200">
              <a:latin typeface="Segoe UI" pitchFamily="34" charset="0"/>
            </a:endParaRPr>
          </a:p>
        </p:txBody>
      </p:sp>
      <p:sp>
        <p:nvSpPr>
          <p:cNvPr id="88070" name="页脚占位符 5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500">
              <a:latin typeface="Segoe UI" pitchFamily="34" charset="0"/>
            </a:endParaRPr>
          </a:p>
        </p:txBody>
      </p:sp>
      <p:sp>
        <p:nvSpPr>
          <p:cNvPr id="88071" name="灯片编号占位符 6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A883C954-8EB8-4341-BF75-A69F209BC637}" type="slidenum">
              <a:rPr lang="en-US" altLang="zh-CN" smtClean="0"/>
            </a:fld>
            <a:endParaRPr lang="en-US" altLang="zh-CN" sz="1200">
              <a:latin typeface="Segoe UI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63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64" name="页眉占位符 3"/>
          <p:cNvSpPr>
            <a:spLocks noGrp="1"/>
          </p:cNvSpPr>
          <p:nvPr>
            <p:ph type="hdr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en-US" altLang="zh-CN" sz="1200">
              <a:latin typeface="Segoe UI" pitchFamily="34" charset="0"/>
            </a:endParaRPr>
          </a:p>
        </p:txBody>
      </p:sp>
      <p:sp>
        <p:nvSpPr>
          <p:cNvPr id="92165" name="日期占位符 4"/>
          <p:cNvSpPr>
            <a:spLocks noGrp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CF14FED0-E865-466E-A253-7D665260FC3D}" type="datetime1">
              <a:rPr lang="en-US" altLang="zh-CN" smtClean="0"/>
            </a:fld>
            <a:endParaRPr lang="en-US" altLang="zh-CN" sz="1200">
              <a:latin typeface="Segoe UI" pitchFamily="34" charset="0"/>
            </a:endParaRPr>
          </a:p>
        </p:txBody>
      </p:sp>
      <p:sp>
        <p:nvSpPr>
          <p:cNvPr id="92166" name="页脚占位符 5"/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endParaRPr lang="zh-CN" altLang="en-US" sz="500">
              <a:latin typeface="Segoe UI" pitchFamily="34" charset="0"/>
            </a:endParaRPr>
          </a:p>
        </p:txBody>
      </p:sp>
      <p:sp>
        <p:nvSpPr>
          <p:cNvPr id="92167" name="灯片编号占位符 6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3C421327-8C96-4749-B92C-6AD6DE313AF2}" type="slidenum">
              <a:rPr lang="en-US" altLang="zh-CN" smtClean="0"/>
            </a:fld>
            <a:endParaRPr lang="en-US" altLang="zh-CN" sz="1200">
              <a:latin typeface="Segoe U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7AB0F4-7C75-4EFA-8EE7-F47BD171C7FF}" type="slidenum">
              <a:rPr lang="zh-CN" altLang="en-US"/>
            </a:fld>
            <a:endParaRPr lang="zh-CN" altLang="en-US"/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3A721E-7253-463E-886E-DCB3B32C17B4}" type="datetime1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med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7AB0F4-7C75-4EFA-8EE7-F47BD171C7FF}" type="slidenum">
              <a:rPr lang="zh-CN" altLang="en-US"/>
            </a:fld>
            <a:endParaRPr lang="zh-CN" altLang="en-US"/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3A721E-7253-463E-886E-DCB3B32C17B4}" type="datetime1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med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7AB0F4-7C75-4EFA-8EE7-F47BD171C7FF}" type="slidenum">
              <a:rPr lang="zh-CN" altLang="en-US"/>
            </a:fld>
            <a:endParaRPr lang="zh-CN" altLang="en-US"/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3A721E-7253-463E-886E-DCB3B32C17B4}" type="datetime1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med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7AB0F4-7C75-4EFA-8EE7-F47BD171C7FF}" type="slidenum">
              <a:rPr lang="zh-CN" altLang="en-US"/>
            </a:fld>
            <a:endParaRPr lang="zh-CN" altLang="en-US"/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3A721E-7253-463E-886E-DCB3B32C17B4}" type="datetime1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med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7AB0F4-7C75-4EFA-8EE7-F47BD171C7FF}" type="slidenum">
              <a:rPr lang="zh-CN" altLang="en-US"/>
            </a:fld>
            <a:endParaRPr lang="zh-CN" altLang="en-US"/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3A721E-7253-463E-886E-DCB3B32C17B4}" type="datetime1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med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7AB0F4-7C75-4EFA-8EE7-F47BD171C7FF}" type="slidenum">
              <a:rPr lang="zh-CN" altLang="en-US"/>
            </a:fld>
            <a:endParaRPr lang="zh-CN" altLang="en-US"/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3A721E-7253-463E-886E-DCB3B32C17B4}" type="datetime1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med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7AB0F4-7C75-4EFA-8EE7-F47BD171C7FF}" type="slidenum">
              <a:rPr lang="zh-CN" altLang="en-US"/>
            </a:fld>
            <a:endParaRPr lang="zh-CN" altLang="en-US"/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3A721E-7253-463E-886E-DCB3B32C17B4}" type="datetime1">
              <a:rPr lang="zh-CN" altLang="en-US"/>
            </a:fld>
            <a:endParaRPr lang="zh-CN" altLang="en-US"/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  <p:transition spd="med">
    <p:push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88938" y="171450"/>
            <a:ext cx="8364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/>
          <a:p>
            <a:pPr lvl="0"/>
            <a:r>
              <a:rPr lang="en-US" altLang="zh-CN">
                <a:sym typeface="Arial" panose="020B0604020202090204" pitchFamily="34" charset="0"/>
              </a:rPr>
              <a:t>Click to edit Master title style</a:t>
            </a:r>
            <a:endParaRPr lang="en-US" altLang="zh-CN">
              <a:sym typeface="Arial" panose="020B0604020202090204" pitchFamily="34" charset="0"/>
            </a:endParaRP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8938" y="1085850"/>
            <a:ext cx="8364537" cy="150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/>
          <a:p>
            <a:pPr lvl="0"/>
            <a:r>
              <a:rPr lang="en-US" altLang="zh-CN">
                <a:sym typeface="Segoe UI" pitchFamily="34" charset="0"/>
              </a:rPr>
              <a:t>Click to edit Master text styles</a:t>
            </a:r>
            <a:endParaRPr lang="en-US" altLang="zh-CN">
              <a:sym typeface="Segoe UI" pitchFamily="34" charset="0"/>
            </a:endParaRPr>
          </a:p>
          <a:p>
            <a:pPr lvl="1"/>
            <a:r>
              <a:rPr lang="en-US" altLang="zh-CN">
                <a:sym typeface="Segoe UI" pitchFamily="34" charset="0"/>
              </a:rPr>
              <a:t>Second level</a:t>
            </a:r>
            <a:endParaRPr lang="en-US" altLang="zh-CN">
              <a:sym typeface="Segoe UI" pitchFamily="34" charset="0"/>
            </a:endParaRPr>
          </a:p>
          <a:p>
            <a:pPr lvl="2"/>
            <a:r>
              <a:rPr lang="en-US" altLang="zh-CN">
                <a:sym typeface="Segoe UI" pitchFamily="34" charset="0"/>
              </a:rPr>
              <a:t>Third level</a:t>
            </a:r>
            <a:endParaRPr lang="en-US" altLang="zh-CN">
              <a:sym typeface="Segoe UI" pitchFamily="34" charset="0"/>
            </a:endParaRPr>
          </a:p>
          <a:p>
            <a:pPr lvl="3"/>
            <a:r>
              <a:rPr lang="en-US" altLang="zh-CN">
                <a:sym typeface="Segoe UI" pitchFamily="34" charset="0"/>
              </a:rPr>
              <a:t>Fourth level</a:t>
            </a:r>
            <a:endParaRPr lang="en-US" altLang="zh-CN">
              <a:sym typeface="Segoe UI" pitchFamily="34" charset="0"/>
            </a:endParaRPr>
          </a:p>
          <a:p>
            <a:pPr lvl="4"/>
            <a:r>
              <a:rPr lang="en-US" altLang="zh-CN">
                <a:sym typeface="Segoe UI" pitchFamily="34" charset="0"/>
              </a:rPr>
              <a:t>Fifth level</a:t>
            </a:r>
            <a:endParaRPr lang="en-US" altLang="zh-CN">
              <a:sym typeface="Segoe UI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7010400" y="4800600"/>
            <a:ext cx="2133600" cy="349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514A1D8F-DE77-4FE1-B39D-0EE60C975DF4}" type="slidenum">
              <a:rPr lang="zh-CN" altLang="en-US"/>
            </a:fld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511A085-D558-4921-9F16-599A489A6F10}" type="datetime1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</p:sldLayoutIdLst>
  <p:transition spd="med">
    <p:push/>
  </p:transition>
  <p:hf hdr="0" ftr="0" dt="0"/>
  <p:txStyles>
    <p:titleStyle>
      <a:lvl1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  <a:sym typeface="Arial" panose="020B0604020202090204" pitchFamily="34" charset="0"/>
        </a:defRPr>
      </a:lvl1pPr>
      <a:lvl2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2pPr>
      <a:lvl3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3pPr>
      <a:lvl4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4pPr>
      <a:lvl5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5pPr>
      <a:lvl6pPr marL="11430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6pPr>
      <a:lvl7pPr marL="16002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7pPr>
      <a:lvl8pPr marL="20574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8pPr>
      <a:lvl9pPr marL="25146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9pPr>
    </p:titleStyle>
    <p:bodyStyle>
      <a:lvl1pPr marL="346075" indent="-34607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2400">
          <a:solidFill>
            <a:schemeClr val="tx1"/>
          </a:solidFill>
          <a:latin typeface="+mn-lt"/>
          <a:ea typeface="+mn-ea"/>
          <a:cs typeface="+mn-cs"/>
          <a:sym typeface="Segoe UI" pitchFamily="34" charset="0"/>
        </a:defRPr>
      </a:lvl1pPr>
      <a:lvl2pPr marL="641350" indent="-29527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2100">
          <a:solidFill>
            <a:schemeClr val="tx1"/>
          </a:solidFill>
          <a:latin typeface="+mn-lt"/>
          <a:cs typeface="+mn-cs"/>
          <a:sym typeface="Segoe UI" pitchFamily="34" charset="0"/>
        </a:defRPr>
      </a:lvl2pPr>
      <a:lvl3pPr marL="942975" indent="-30162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>
          <a:solidFill>
            <a:schemeClr val="tx1"/>
          </a:solidFill>
          <a:latin typeface="+mn-lt"/>
          <a:cs typeface="+mn-cs"/>
          <a:sym typeface="Segoe UI" pitchFamily="34" charset="0"/>
        </a:defRPr>
      </a:lvl3pPr>
      <a:lvl4pPr marL="1203325" indent="-259080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4pPr>
      <a:lvl5pPr marL="1456055" indent="-252730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5pPr>
      <a:lvl6pPr marL="1913255" indent="-252730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6pPr>
      <a:lvl7pPr marL="2370455" indent="-252730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7pPr>
      <a:lvl8pPr marL="2827655" indent="-252730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8pPr>
      <a:lvl9pPr marL="3284855" indent="-252730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88938" y="171450"/>
            <a:ext cx="8364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/>
          <a:p>
            <a:pPr lvl="0"/>
            <a:r>
              <a:rPr lang="en-US" altLang="zh-CN">
                <a:sym typeface="Arial" panose="020B0604020202090204" pitchFamily="34" charset="0"/>
              </a:rPr>
              <a:t>Click to edit Master title style</a:t>
            </a:r>
            <a:endParaRPr lang="en-US" altLang="zh-CN">
              <a:sym typeface="Arial" panose="020B0604020202090204" pitchFamily="34" charset="0"/>
            </a:endParaRP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8938" y="1085850"/>
            <a:ext cx="8364537" cy="150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/>
          <a:p>
            <a:pPr lvl="0"/>
            <a:r>
              <a:rPr lang="en-US" altLang="zh-CN">
                <a:sym typeface="Segoe UI" pitchFamily="34" charset="0"/>
              </a:rPr>
              <a:t>Click to edit Master text styles</a:t>
            </a:r>
            <a:endParaRPr lang="en-US" altLang="zh-CN">
              <a:sym typeface="Segoe UI" pitchFamily="34" charset="0"/>
            </a:endParaRPr>
          </a:p>
          <a:p>
            <a:pPr lvl="1"/>
            <a:r>
              <a:rPr lang="en-US" altLang="zh-CN">
                <a:sym typeface="Segoe UI" pitchFamily="34" charset="0"/>
              </a:rPr>
              <a:t>Second level</a:t>
            </a:r>
            <a:endParaRPr lang="en-US" altLang="zh-CN">
              <a:sym typeface="Segoe UI" pitchFamily="34" charset="0"/>
            </a:endParaRPr>
          </a:p>
          <a:p>
            <a:pPr lvl="2"/>
            <a:r>
              <a:rPr lang="en-US" altLang="zh-CN">
                <a:sym typeface="Segoe UI" pitchFamily="34" charset="0"/>
              </a:rPr>
              <a:t>Third level</a:t>
            </a:r>
            <a:endParaRPr lang="en-US" altLang="zh-CN">
              <a:sym typeface="Segoe UI" pitchFamily="34" charset="0"/>
            </a:endParaRPr>
          </a:p>
          <a:p>
            <a:pPr lvl="3"/>
            <a:r>
              <a:rPr lang="en-US" altLang="zh-CN">
                <a:sym typeface="Segoe UI" pitchFamily="34" charset="0"/>
              </a:rPr>
              <a:t>Fourth level</a:t>
            </a:r>
            <a:endParaRPr lang="en-US" altLang="zh-CN">
              <a:sym typeface="Segoe UI" pitchFamily="34" charset="0"/>
            </a:endParaRPr>
          </a:p>
          <a:p>
            <a:pPr lvl="4"/>
            <a:r>
              <a:rPr lang="en-US" altLang="zh-CN">
                <a:sym typeface="Segoe UI" pitchFamily="34" charset="0"/>
              </a:rPr>
              <a:t>Fifth level</a:t>
            </a:r>
            <a:endParaRPr lang="en-US" altLang="zh-CN">
              <a:sym typeface="Segoe UI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7010400" y="4800600"/>
            <a:ext cx="2133600" cy="349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514A1D8F-DE77-4FE1-B39D-0EE60C975DF4}" type="slidenum">
              <a:rPr lang="zh-CN" altLang="en-US"/>
            </a:fld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511A085-D558-4921-9F16-599A489A6F10}" type="datetime1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1" r:id="rId1"/>
  </p:sldLayoutIdLst>
  <p:transition spd="med">
    <p:push/>
  </p:transition>
  <p:hf hdr="0" ftr="0" dt="0"/>
  <p:txStyles>
    <p:titleStyle>
      <a:lvl1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  <a:sym typeface="Arial" panose="020B0604020202090204" pitchFamily="34" charset="0"/>
        </a:defRPr>
      </a:lvl1pPr>
      <a:lvl2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2pPr>
      <a:lvl3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3pPr>
      <a:lvl4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4pPr>
      <a:lvl5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5pPr>
      <a:lvl6pPr marL="11430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6pPr>
      <a:lvl7pPr marL="16002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7pPr>
      <a:lvl8pPr marL="20574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8pPr>
      <a:lvl9pPr marL="25146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9pPr>
    </p:titleStyle>
    <p:bodyStyle>
      <a:lvl1pPr marL="346075" indent="-34607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2400">
          <a:solidFill>
            <a:schemeClr val="tx1"/>
          </a:solidFill>
          <a:latin typeface="+mn-lt"/>
          <a:ea typeface="+mn-ea"/>
          <a:cs typeface="+mn-cs"/>
          <a:sym typeface="Segoe UI" pitchFamily="34" charset="0"/>
        </a:defRPr>
      </a:lvl1pPr>
      <a:lvl2pPr marL="641350" indent="-29527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2100">
          <a:solidFill>
            <a:schemeClr val="tx1"/>
          </a:solidFill>
          <a:latin typeface="+mn-lt"/>
          <a:cs typeface="+mn-cs"/>
          <a:sym typeface="Segoe UI" pitchFamily="34" charset="0"/>
        </a:defRPr>
      </a:lvl2pPr>
      <a:lvl3pPr marL="942975" indent="-30162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>
          <a:solidFill>
            <a:schemeClr val="tx1"/>
          </a:solidFill>
          <a:latin typeface="+mn-lt"/>
          <a:cs typeface="+mn-cs"/>
          <a:sym typeface="Segoe UI" pitchFamily="34" charset="0"/>
        </a:defRPr>
      </a:lvl3pPr>
      <a:lvl4pPr marL="1203325" indent="-259080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4pPr>
      <a:lvl5pPr marL="1456055" indent="-252730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5pPr>
      <a:lvl6pPr marL="1913255" indent="-252730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6pPr>
      <a:lvl7pPr marL="2370455" indent="-252730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7pPr>
      <a:lvl8pPr marL="2827655" indent="-252730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8pPr>
      <a:lvl9pPr marL="3284855" indent="-252730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88938" y="171450"/>
            <a:ext cx="8364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/>
          <a:p>
            <a:pPr lvl="0"/>
            <a:r>
              <a:rPr lang="en-US" altLang="zh-CN">
                <a:sym typeface="Arial" panose="020B0604020202090204" pitchFamily="34" charset="0"/>
              </a:rPr>
              <a:t>Click to edit Master title style</a:t>
            </a:r>
            <a:endParaRPr lang="en-US" altLang="zh-CN">
              <a:sym typeface="Arial" panose="020B0604020202090204" pitchFamily="34" charset="0"/>
            </a:endParaRP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8938" y="1085850"/>
            <a:ext cx="8364537" cy="150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/>
          <a:p>
            <a:pPr lvl="0"/>
            <a:r>
              <a:rPr lang="en-US" altLang="zh-CN">
                <a:sym typeface="Segoe UI" pitchFamily="34" charset="0"/>
              </a:rPr>
              <a:t>Click to edit Master text styles</a:t>
            </a:r>
            <a:endParaRPr lang="en-US" altLang="zh-CN">
              <a:sym typeface="Segoe UI" pitchFamily="34" charset="0"/>
            </a:endParaRPr>
          </a:p>
          <a:p>
            <a:pPr lvl="1"/>
            <a:r>
              <a:rPr lang="en-US" altLang="zh-CN">
                <a:sym typeface="Segoe UI" pitchFamily="34" charset="0"/>
              </a:rPr>
              <a:t>Second level</a:t>
            </a:r>
            <a:endParaRPr lang="en-US" altLang="zh-CN">
              <a:sym typeface="Segoe UI" pitchFamily="34" charset="0"/>
            </a:endParaRPr>
          </a:p>
          <a:p>
            <a:pPr lvl="2"/>
            <a:r>
              <a:rPr lang="en-US" altLang="zh-CN">
                <a:sym typeface="Segoe UI" pitchFamily="34" charset="0"/>
              </a:rPr>
              <a:t>Third level</a:t>
            </a:r>
            <a:endParaRPr lang="en-US" altLang="zh-CN">
              <a:sym typeface="Segoe UI" pitchFamily="34" charset="0"/>
            </a:endParaRPr>
          </a:p>
          <a:p>
            <a:pPr lvl="3"/>
            <a:r>
              <a:rPr lang="en-US" altLang="zh-CN">
                <a:sym typeface="Segoe UI" pitchFamily="34" charset="0"/>
              </a:rPr>
              <a:t>Fourth level</a:t>
            </a:r>
            <a:endParaRPr lang="en-US" altLang="zh-CN">
              <a:sym typeface="Segoe UI" pitchFamily="34" charset="0"/>
            </a:endParaRPr>
          </a:p>
          <a:p>
            <a:pPr lvl="4"/>
            <a:r>
              <a:rPr lang="en-US" altLang="zh-CN">
                <a:sym typeface="Segoe UI" pitchFamily="34" charset="0"/>
              </a:rPr>
              <a:t>Fifth level</a:t>
            </a:r>
            <a:endParaRPr lang="en-US" altLang="zh-CN">
              <a:sym typeface="Segoe UI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7010400" y="4800600"/>
            <a:ext cx="2133600" cy="349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514A1D8F-DE77-4FE1-B39D-0EE60C975DF4}" type="slidenum">
              <a:rPr lang="zh-CN" altLang="en-US"/>
            </a:fld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511A085-D558-4921-9F16-599A489A6F10}" type="datetime1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3" r:id="rId1"/>
  </p:sldLayoutIdLst>
  <p:transition spd="med">
    <p:push/>
  </p:transition>
  <p:hf hdr="0" ftr="0" dt="0"/>
  <p:txStyles>
    <p:titleStyle>
      <a:lvl1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  <a:sym typeface="Arial" panose="020B0604020202090204" pitchFamily="34" charset="0"/>
        </a:defRPr>
      </a:lvl1pPr>
      <a:lvl2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2pPr>
      <a:lvl3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3pPr>
      <a:lvl4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4pPr>
      <a:lvl5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5pPr>
      <a:lvl6pPr marL="11430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6pPr>
      <a:lvl7pPr marL="16002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7pPr>
      <a:lvl8pPr marL="20574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8pPr>
      <a:lvl9pPr marL="25146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9pPr>
    </p:titleStyle>
    <p:bodyStyle>
      <a:lvl1pPr marL="346075" indent="-34607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2400">
          <a:solidFill>
            <a:schemeClr val="tx1"/>
          </a:solidFill>
          <a:latin typeface="+mn-lt"/>
          <a:ea typeface="+mn-ea"/>
          <a:cs typeface="+mn-cs"/>
          <a:sym typeface="Segoe UI" pitchFamily="34" charset="0"/>
        </a:defRPr>
      </a:lvl1pPr>
      <a:lvl2pPr marL="641350" indent="-29527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2100">
          <a:solidFill>
            <a:schemeClr val="tx1"/>
          </a:solidFill>
          <a:latin typeface="+mn-lt"/>
          <a:cs typeface="+mn-cs"/>
          <a:sym typeface="Segoe UI" pitchFamily="34" charset="0"/>
        </a:defRPr>
      </a:lvl2pPr>
      <a:lvl3pPr marL="942975" indent="-30162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>
          <a:solidFill>
            <a:schemeClr val="tx1"/>
          </a:solidFill>
          <a:latin typeface="+mn-lt"/>
          <a:cs typeface="+mn-cs"/>
          <a:sym typeface="Segoe UI" pitchFamily="34" charset="0"/>
        </a:defRPr>
      </a:lvl3pPr>
      <a:lvl4pPr marL="1203325" indent="-259080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4pPr>
      <a:lvl5pPr marL="1456055" indent="-252730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5pPr>
      <a:lvl6pPr marL="1913255" indent="-252730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6pPr>
      <a:lvl7pPr marL="2370455" indent="-252730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7pPr>
      <a:lvl8pPr marL="2827655" indent="-252730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8pPr>
      <a:lvl9pPr marL="3284855" indent="-252730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88938" y="171450"/>
            <a:ext cx="8364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/>
          <a:p>
            <a:pPr lvl="0"/>
            <a:r>
              <a:rPr lang="en-US" altLang="zh-CN">
                <a:sym typeface="Arial" panose="020B0604020202090204" pitchFamily="34" charset="0"/>
              </a:rPr>
              <a:t>Click to edit Master title style</a:t>
            </a:r>
            <a:endParaRPr lang="en-US" altLang="zh-CN">
              <a:sym typeface="Arial" panose="020B0604020202090204" pitchFamily="34" charset="0"/>
            </a:endParaRP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8938" y="1085850"/>
            <a:ext cx="8364537" cy="150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/>
          <a:p>
            <a:pPr lvl="0"/>
            <a:r>
              <a:rPr lang="en-US" altLang="zh-CN">
                <a:sym typeface="Segoe UI" pitchFamily="34" charset="0"/>
              </a:rPr>
              <a:t>Click to edit Master text styles</a:t>
            </a:r>
            <a:endParaRPr lang="en-US" altLang="zh-CN">
              <a:sym typeface="Segoe UI" pitchFamily="34" charset="0"/>
            </a:endParaRPr>
          </a:p>
          <a:p>
            <a:pPr lvl="1"/>
            <a:r>
              <a:rPr lang="en-US" altLang="zh-CN">
                <a:sym typeface="Segoe UI" pitchFamily="34" charset="0"/>
              </a:rPr>
              <a:t>Second level</a:t>
            </a:r>
            <a:endParaRPr lang="en-US" altLang="zh-CN">
              <a:sym typeface="Segoe UI" pitchFamily="34" charset="0"/>
            </a:endParaRPr>
          </a:p>
          <a:p>
            <a:pPr lvl="2"/>
            <a:r>
              <a:rPr lang="en-US" altLang="zh-CN">
                <a:sym typeface="Segoe UI" pitchFamily="34" charset="0"/>
              </a:rPr>
              <a:t>Third level</a:t>
            </a:r>
            <a:endParaRPr lang="en-US" altLang="zh-CN">
              <a:sym typeface="Segoe UI" pitchFamily="34" charset="0"/>
            </a:endParaRPr>
          </a:p>
          <a:p>
            <a:pPr lvl="3"/>
            <a:r>
              <a:rPr lang="en-US" altLang="zh-CN">
                <a:sym typeface="Segoe UI" pitchFamily="34" charset="0"/>
              </a:rPr>
              <a:t>Fourth level</a:t>
            </a:r>
            <a:endParaRPr lang="en-US" altLang="zh-CN">
              <a:sym typeface="Segoe UI" pitchFamily="34" charset="0"/>
            </a:endParaRPr>
          </a:p>
          <a:p>
            <a:pPr lvl="4"/>
            <a:r>
              <a:rPr lang="en-US" altLang="zh-CN">
                <a:sym typeface="Segoe UI" pitchFamily="34" charset="0"/>
              </a:rPr>
              <a:t>Fifth level</a:t>
            </a:r>
            <a:endParaRPr lang="en-US" altLang="zh-CN">
              <a:sym typeface="Segoe UI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7010400" y="4800600"/>
            <a:ext cx="2133600" cy="349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514A1D8F-DE77-4FE1-B39D-0EE60C975DF4}" type="slidenum">
              <a:rPr lang="zh-CN" altLang="en-US"/>
            </a:fld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511A085-D558-4921-9F16-599A489A6F10}" type="datetime1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5" r:id="rId1"/>
  </p:sldLayoutIdLst>
  <p:transition spd="med">
    <p:push/>
  </p:transition>
  <p:hf hdr="0" ftr="0" dt="0"/>
  <p:txStyles>
    <p:titleStyle>
      <a:lvl1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  <a:sym typeface="Arial" panose="020B0604020202090204" pitchFamily="34" charset="0"/>
        </a:defRPr>
      </a:lvl1pPr>
      <a:lvl2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2pPr>
      <a:lvl3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3pPr>
      <a:lvl4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4pPr>
      <a:lvl5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5pPr>
      <a:lvl6pPr marL="11430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6pPr>
      <a:lvl7pPr marL="16002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7pPr>
      <a:lvl8pPr marL="20574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8pPr>
      <a:lvl9pPr marL="25146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9pPr>
    </p:titleStyle>
    <p:bodyStyle>
      <a:lvl1pPr marL="346075" indent="-34607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2400">
          <a:solidFill>
            <a:schemeClr val="tx1"/>
          </a:solidFill>
          <a:latin typeface="+mn-lt"/>
          <a:ea typeface="+mn-ea"/>
          <a:cs typeface="+mn-cs"/>
          <a:sym typeface="Segoe UI" pitchFamily="34" charset="0"/>
        </a:defRPr>
      </a:lvl1pPr>
      <a:lvl2pPr marL="641350" indent="-29527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2100">
          <a:solidFill>
            <a:schemeClr val="tx1"/>
          </a:solidFill>
          <a:latin typeface="+mn-lt"/>
          <a:cs typeface="+mn-cs"/>
          <a:sym typeface="Segoe UI" pitchFamily="34" charset="0"/>
        </a:defRPr>
      </a:lvl2pPr>
      <a:lvl3pPr marL="942975" indent="-30162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>
          <a:solidFill>
            <a:schemeClr val="tx1"/>
          </a:solidFill>
          <a:latin typeface="+mn-lt"/>
          <a:cs typeface="+mn-cs"/>
          <a:sym typeface="Segoe UI" pitchFamily="34" charset="0"/>
        </a:defRPr>
      </a:lvl3pPr>
      <a:lvl4pPr marL="1203325" indent="-259080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4pPr>
      <a:lvl5pPr marL="1456055" indent="-252730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5pPr>
      <a:lvl6pPr marL="1913255" indent="-252730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6pPr>
      <a:lvl7pPr marL="2370455" indent="-252730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7pPr>
      <a:lvl8pPr marL="2827655" indent="-252730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8pPr>
      <a:lvl9pPr marL="3284855" indent="-252730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88938" y="171450"/>
            <a:ext cx="8364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/>
          <a:p>
            <a:pPr lvl="0"/>
            <a:r>
              <a:rPr lang="en-US" altLang="zh-CN">
                <a:sym typeface="Arial" panose="020B0604020202090204" pitchFamily="34" charset="0"/>
              </a:rPr>
              <a:t>Click to edit Master title style</a:t>
            </a:r>
            <a:endParaRPr lang="en-US" altLang="zh-CN">
              <a:sym typeface="Arial" panose="020B0604020202090204" pitchFamily="34" charset="0"/>
            </a:endParaRP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8938" y="1085850"/>
            <a:ext cx="8364537" cy="150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/>
          <a:p>
            <a:pPr lvl="0"/>
            <a:r>
              <a:rPr lang="en-US" altLang="zh-CN">
                <a:sym typeface="Segoe UI" pitchFamily="34" charset="0"/>
              </a:rPr>
              <a:t>Click to edit Master text styles</a:t>
            </a:r>
            <a:endParaRPr lang="en-US" altLang="zh-CN">
              <a:sym typeface="Segoe UI" pitchFamily="34" charset="0"/>
            </a:endParaRPr>
          </a:p>
          <a:p>
            <a:pPr lvl="1"/>
            <a:r>
              <a:rPr lang="en-US" altLang="zh-CN">
                <a:sym typeface="Segoe UI" pitchFamily="34" charset="0"/>
              </a:rPr>
              <a:t>Second level</a:t>
            </a:r>
            <a:endParaRPr lang="en-US" altLang="zh-CN">
              <a:sym typeface="Segoe UI" pitchFamily="34" charset="0"/>
            </a:endParaRPr>
          </a:p>
          <a:p>
            <a:pPr lvl="2"/>
            <a:r>
              <a:rPr lang="en-US" altLang="zh-CN">
                <a:sym typeface="Segoe UI" pitchFamily="34" charset="0"/>
              </a:rPr>
              <a:t>Third level</a:t>
            </a:r>
            <a:endParaRPr lang="en-US" altLang="zh-CN">
              <a:sym typeface="Segoe UI" pitchFamily="34" charset="0"/>
            </a:endParaRPr>
          </a:p>
          <a:p>
            <a:pPr lvl="3"/>
            <a:r>
              <a:rPr lang="en-US" altLang="zh-CN">
                <a:sym typeface="Segoe UI" pitchFamily="34" charset="0"/>
              </a:rPr>
              <a:t>Fourth level</a:t>
            </a:r>
            <a:endParaRPr lang="en-US" altLang="zh-CN">
              <a:sym typeface="Segoe UI" pitchFamily="34" charset="0"/>
            </a:endParaRPr>
          </a:p>
          <a:p>
            <a:pPr lvl="4"/>
            <a:r>
              <a:rPr lang="en-US" altLang="zh-CN">
                <a:sym typeface="Segoe UI" pitchFamily="34" charset="0"/>
              </a:rPr>
              <a:t>Fifth level</a:t>
            </a:r>
            <a:endParaRPr lang="en-US" altLang="zh-CN">
              <a:sym typeface="Segoe UI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7010400" y="4800600"/>
            <a:ext cx="2133600" cy="349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514A1D8F-DE77-4FE1-B39D-0EE60C975DF4}" type="slidenum">
              <a:rPr lang="zh-CN" altLang="en-US"/>
            </a:fld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511A085-D558-4921-9F16-599A489A6F10}" type="datetime1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7" r:id="rId1"/>
  </p:sldLayoutIdLst>
  <p:transition spd="med">
    <p:push/>
  </p:transition>
  <p:hf hdr="0" ftr="0" dt="0"/>
  <p:txStyles>
    <p:titleStyle>
      <a:lvl1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  <a:sym typeface="Arial" panose="020B0604020202090204" pitchFamily="34" charset="0"/>
        </a:defRPr>
      </a:lvl1pPr>
      <a:lvl2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2pPr>
      <a:lvl3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3pPr>
      <a:lvl4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4pPr>
      <a:lvl5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5pPr>
      <a:lvl6pPr marL="11430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6pPr>
      <a:lvl7pPr marL="16002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7pPr>
      <a:lvl8pPr marL="20574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8pPr>
      <a:lvl9pPr marL="25146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9pPr>
    </p:titleStyle>
    <p:bodyStyle>
      <a:lvl1pPr marL="346075" indent="-34607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2400">
          <a:solidFill>
            <a:schemeClr val="tx1"/>
          </a:solidFill>
          <a:latin typeface="+mn-lt"/>
          <a:ea typeface="+mn-ea"/>
          <a:cs typeface="+mn-cs"/>
          <a:sym typeface="Segoe UI" pitchFamily="34" charset="0"/>
        </a:defRPr>
      </a:lvl1pPr>
      <a:lvl2pPr marL="641350" indent="-29527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2100">
          <a:solidFill>
            <a:schemeClr val="tx1"/>
          </a:solidFill>
          <a:latin typeface="+mn-lt"/>
          <a:cs typeface="+mn-cs"/>
          <a:sym typeface="Segoe UI" pitchFamily="34" charset="0"/>
        </a:defRPr>
      </a:lvl2pPr>
      <a:lvl3pPr marL="942975" indent="-30162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>
          <a:solidFill>
            <a:schemeClr val="tx1"/>
          </a:solidFill>
          <a:latin typeface="+mn-lt"/>
          <a:cs typeface="+mn-cs"/>
          <a:sym typeface="Segoe UI" pitchFamily="34" charset="0"/>
        </a:defRPr>
      </a:lvl3pPr>
      <a:lvl4pPr marL="1203325" indent="-259080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4pPr>
      <a:lvl5pPr marL="1456055" indent="-252730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5pPr>
      <a:lvl6pPr marL="1913255" indent="-252730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6pPr>
      <a:lvl7pPr marL="2370455" indent="-252730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7pPr>
      <a:lvl8pPr marL="2827655" indent="-252730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8pPr>
      <a:lvl9pPr marL="3284855" indent="-252730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88938" y="171450"/>
            <a:ext cx="8364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/>
          <a:p>
            <a:pPr lvl="0"/>
            <a:r>
              <a:rPr lang="en-US" altLang="zh-CN">
                <a:sym typeface="Arial" panose="020B0604020202090204" pitchFamily="34" charset="0"/>
              </a:rPr>
              <a:t>Click to edit Master title style</a:t>
            </a:r>
            <a:endParaRPr lang="en-US" altLang="zh-CN">
              <a:sym typeface="Arial" panose="020B0604020202090204" pitchFamily="34" charset="0"/>
            </a:endParaRP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8938" y="1085850"/>
            <a:ext cx="8364537" cy="150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/>
          <a:p>
            <a:pPr lvl="0"/>
            <a:r>
              <a:rPr lang="en-US" altLang="zh-CN">
                <a:sym typeface="Segoe UI" pitchFamily="34" charset="0"/>
              </a:rPr>
              <a:t>Click to edit Master text styles</a:t>
            </a:r>
            <a:endParaRPr lang="en-US" altLang="zh-CN">
              <a:sym typeface="Segoe UI" pitchFamily="34" charset="0"/>
            </a:endParaRPr>
          </a:p>
          <a:p>
            <a:pPr lvl="1"/>
            <a:r>
              <a:rPr lang="en-US" altLang="zh-CN">
                <a:sym typeface="Segoe UI" pitchFamily="34" charset="0"/>
              </a:rPr>
              <a:t>Second level</a:t>
            </a:r>
            <a:endParaRPr lang="en-US" altLang="zh-CN">
              <a:sym typeface="Segoe UI" pitchFamily="34" charset="0"/>
            </a:endParaRPr>
          </a:p>
          <a:p>
            <a:pPr lvl="2"/>
            <a:r>
              <a:rPr lang="en-US" altLang="zh-CN">
                <a:sym typeface="Segoe UI" pitchFamily="34" charset="0"/>
              </a:rPr>
              <a:t>Third level</a:t>
            </a:r>
            <a:endParaRPr lang="en-US" altLang="zh-CN">
              <a:sym typeface="Segoe UI" pitchFamily="34" charset="0"/>
            </a:endParaRPr>
          </a:p>
          <a:p>
            <a:pPr lvl="3"/>
            <a:r>
              <a:rPr lang="en-US" altLang="zh-CN">
                <a:sym typeface="Segoe UI" pitchFamily="34" charset="0"/>
              </a:rPr>
              <a:t>Fourth level</a:t>
            </a:r>
            <a:endParaRPr lang="en-US" altLang="zh-CN">
              <a:sym typeface="Segoe UI" pitchFamily="34" charset="0"/>
            </a:endParaRPr>
          </a:p>
          <a:p>
            <a:pPr lvl="4"/>
            <a:r>
              <a:rPr lang="en-US" altLang="zh-CN">
                <a:sym typeface="Segoe UI" pitchFamily="34" charset="0"/>
              </a:rPr>
              <a:t>Fifth level</a:t>
            </a:r>
            <a:endParaRPr lang="en-US" altLang="zh-CN">
              <a:sym typeface="Segoe UI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7010400" y="4800600"/>
            <a:ext cx="2133600" cy="349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514A1D8F-DE77-4FE1-B39D-0EE60C975DF4}" type="slidenum">
              <a:rPr lang="zh-CN" altLang="en-US"/>
            </a:fld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511A085-D558-4921-9F16-599A489A6F10}" type="datetime1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9" r:id="rId1"/>
  </p:sldLayoutIdLst>
  <p:transition spd="med">
    <p:push/>
  </p:transition>
  <p:hf hdr="0" ftr="0" dt="0"/>
  <p:txStyles>
    <p:titleStyle>
      <a:lvl1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  <a:sym typeface="Arial" panose="020B0604020202090204" pitchFamily="34" charset="0"/>
        </a:defRPr>
      </a:lvl1pPr>
      <a:lvl2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2pPr>
      <a:lvl3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3pPr>
      <a:lvl4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4pPr>
      <a:lvl5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5pPr>
      <a:lvl6pPr marL="11430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6pPr>
      <a:lvl7pPr marL="16002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7pPr>
      <a:lvl8pPr marL="20574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8pPr>
      <a:lvl9pPr marL="25146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9pPr>
    </p:titleStyle>
    <p:bodyStyle>
      <a:lvl1pPr marL="346075" indent="-34607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2400">
          <a:solidFill>
            <a:schemeClr val="tx1"/>
          </a:solidFill>
          <a:latin typeface="+mn-lt"/>
          <a:ea typeface="+mn-ea"/>
          <a:cs typeface="+mn-cs"/>
          <a:sym typeface="Segoe UI" pitchFamily="34" charset="0"/>
        </a:defRPr>
      </a:lvl1pPr>
      <a:lvl2pPr marL="641350" indent="-29527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2100">
          <a:solidFill>
            <a:schemeClr val="tx1"/>
          </a:solidFill>
          <a:latin typeface="+mn-lt"/>
          <a:cs typeface="+mn-cs"/>
          <a:sym typeface="Segoe UI" pitchFamily="34" charset="0"/>
        </a:defRPr>
      </a:lvl2pPr>
      <a:lvl3pPr marL="942975" indent="-30162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>
          <a:solidFill>
            <a:schemeClr val="tx1"/>
          </a:solidFill>
          <a:latin typeface="+mn-lt"/>
          <a:cs typeface="+mn-cs"/>
          <a:sym typeface="Segoe UI" pitchFamily="34" charset="0"/>
        </a:defRPr>
      </a:lvl3pPr>
      <a:lvl4pPr marL="1203325" indent="-259080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4pPr>
      <a:lvl5pPr marL="1456055" indent="-252730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5pPr>
      <a:lvl6pPr marL="1913255" indent="-252730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6pPr>
      <a:lvl7pPr marL="2370455" indent="-252730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7pPr>
      <a:lvl8pPr marL="2827655" indent="-252730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8pPr>
      <a:lvl9pPr marL="3284855" indent="-252730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88938" y="171450"/>
            <a:ext cx="8364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/>
          <a:p>
            <a:pPr lvl="0"/>
            <a:r>
              <a:rPr lang="en-US" altLang="zh-CN">
                <a:sym typeface="Arial" panose="020B0604020202090204" pitchFamily="34" charset="0"/>
              </a:rPr>
              <a:t>Click to edit Master title style</a:t>
            </a:r>
            <a:endParaRPr lang="en-US" altLang="zh-CN">
              <a:sym typeface="Arial" panose="020B0604020202090204" pitchFamily="34" charset="0"/>
            </a:endParaRP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8938" y="1085850"/>
            <a:ext cx="8364537" cy="150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/>
          <a:p>
            <a:pPr lvl="0"/>
            <a:r>
              <a:rPr lang="en-US" altLang="zh-CN">
                <a:sym typeface="Segoe UI" pitchFamily="34" charset="0"/>
              </a:rPr>
              <a:t>Click to edit Master text styles</a:t>
            </a:r>
            <a:endParaRPr lang="en-US" altLang="zh-CN">
              <a:sym typeface="Segoe UI" pitchFamily="34" charset="0"/>
            </a:endParaRPr>
          </a:p>
          <a:p>
            <a:pPr lvl="1"/>
            <a:r>
              <a:rPr lang="en-US" altLang="zh-CN">
                <a:sym typeface="Segoe UI" pitchFamily="34" charset="0"/>
              </a:rPr>
              <a:t>Second level</a:t>
            </a:r>
            <a:endParaRPr lang="en-US" altLang="zh-CN">
              <a:sym typeface="Segoe UI" pitchFamily="34" charset="0"/>
            </a:endParaRPr>
          </a:p>
          <a:p>
            <a:pPr lvl="2"/>
            <a:r>
              <a:rPr lang="en-US" altLang="zh-CN">
                <a:sym typeface="Segoe UI" pitchFamily="34" charset="0"/>
              </a:rPr>
              <a:t>Third level</a:t>
            </a:r>
            <a:endParaRPr lang="en-US" altLang="zh-CN">
              <a:sym typeface="Segoe UI" pitchFamily="34" charset="0"/>
            </a:endParaRPr>
          </a:p>
          <a:p>
            <a:pPr lvl="3"/>
            <a:r>
              <a:rPr lang="en-US" altLang="zh-CN">
                <a:sym typeface="Segoe UI" pitchFamily="34" charset="0"/>
              </a:rPr>
              <a:t>Fourth level</a:t>
            </a:r>
            <a:endParaRPr lang="en-US" altLang="zh-CN">
              <a:sym typeface="Segoe UI" pitchFamily="34" charset="0"/>
            </a:endParaRPr>
          </a:p>
          <a:p>
            <a:pPr lvl="4"/>
            <a:r>
              <a:rPr lang="en-US" altLang="zh-CN">
                <a:sym typeface="Segoe UI" pitchFamily="34" charset="0"/>
              </a:rPr>
              <a:t>Fifth level</a:t>
            </a:r>
            <a:endParaRPr lang="en-US" altLang="zh-CN">
              <a:sym typeface="Segoe UI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7010400" y="4800600"/>
            <a:ext cx="2133600" cy="349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514A1D8F-DE77-4FE1-B39D-0EE60C975DF4}" type="slidenum">
              <a:rPr lang="zh-CN" altLang="en-US"/>
            </a:fld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511A085-D558-4921-9F16-599A489A6F10}" type="datetime1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</p:sldLayoutIdLst>
  <p:transition spd="med">
    <p:push/>
  </p:transition>
  <p:hf hdr="0" ftr="0" dt="0"/>
  <p:txStyles>
    <p:titleStyle>
      <a:lvl1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  <a:sym typeface="Arial" panose="020B0604020202090204" pitchFamily="34" charset="0"/>
        </a:defRPr>
      </a:lvl1pPr>
      <a:lvl2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2pPr>
      <a:lvl3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3pPr>
      <a:lvl4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4pPr>
      <a:lvl5pPr marL="685800" indent="-685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5pPr>
      <a:lvl6pPr marL="11430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6pPr>
      <a:lvl7pPr marL="16002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7pPr>
      <a:lvl8pPr marL="20574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8pPr>
      <a:lvl9pPr marL="2514600" indent="-685800" algn="l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Segoe UI" pitchFamily="34" charset="0"/>
          <a:cs typeface="Segoe UI" pitchFamily="34" charset="0"/>
          <a:sym typeface="Arial" panose="020B0604020202090204" pitchFamily="34" charset="0"/>
        </a:defRPr>
      </a:lvl9pPr>
    </p:titleStyle>
    <p:bodyStyle>
      <a:lvl1pPr marL="346075" indent="-34607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2400">
          <a:solidFill>
            <a:schemeClr val="tx1"/>
          </a:solidFill>
          <a:latin typeface="+mn-lt"/>
          <a:ea typeface="+mn-ea"/>
          <a:cs typeface="+mn-cs"/>
          <a:sym typeface="Segoe UI" pitchFamily="34" charset="0"/>
        </a:defRPr>
      </a:lvl1pPr>
      <a:lvl2pPr marL="641350" indent="-29527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2100">
          <a:solidFill>
            <a:schemeClr val="tx1"/>
          </a:solidFill>
          <a:latin typeface="+mn-lt"/>
          <a:cs typeface="+mn-cs"/>
          <a:sym typeface="Segoe UI" pitchFamily="34" charset="0"/>
        </a:defRPr>
      </a:lvl2pPr>
      <a:lvl3pPr marL="942975" indent="-301625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>
          <a:solidFill>
            <a:schemeClr val="tx1"/>
          </a:solidFill>
          <a:latin typeface="+mn-lt"/>
          <a:cs typeface="+mn-cs"/>
          <a:sym typeface="Segoe UI" pitchFamily="34" charset="0"/>
        </a:defRPr>
      </a:lvl3pPr>
      <a:lvl4pPr marL="1203325" indent="-259080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4pPr>
      <a:lvl5pPr marL="1456055" indent="-252730" algn="l" defTabSz="685800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5pPr>
      <a:lvl6pPr marL="1913255" indent="-252730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6pPr>
      <a:lvl7pPr marL="2370455" indent="-252730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7pPr>
      <a:lvl8pPr marL="2827655" indent="-252730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8pPr>
      <a:lvl9pPr marL="3284855" indent="-252730" algn="l" defTabSz="685800" rtl="0" fontAlgn="base">
        <a:lnSpc>
          <a:spcPct val="90000"/>
        </a:lnSpc>
        <a:spcBef>
          <a:spcPct val="20000"/>
        </a:spcBef>
        <a:spcAft>
          <a:spcPct val="0"/>
        </a:spcAft>
        <a:buSzPct val="90000"/>
        <a:buBlip>
          <a:blip r:embed="rId2"/>
        </a:buBlip>
        <a:defRPr sz="1500">
          <a:solidFill>
            <a:schemeClr val="tx1"/>
          </a:solidFill>
          <a:latin typeface="+mn-lt"/>
          <a:cs typeface="+mn-cs"/>
          <a:sym typeface="Segoe UI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"/>
          <p:cNvSpPr txBox="1"/>
          <p:nvPr/>
        </p:nvSpPr>
        <p:spPr bwMode="auto">
          <a:xfrm>
            <a:off x="1971675" y="3536950"/>
            <a:ext cx="5646738" cy="1107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name</a:t>
            </a:r>
            <a:endParaRPr lang="zh-CN" altLang="en-US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90204" pitchFamily="34" charset="0"/>
            </a:endParaRPr>
          </a:p>
          <a:p>
            <a:pPr algn="r">
              <a:lnSpc>
                <a:spcPct val="150000"/>
              </a:lnSpc>
            </a:pP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date</a:t>
            </a:r>
            <a:endParaRPr lang="en-US" altLang="zh-CN" sz="2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90204" pitchFamily="34" charset="0"/>
            </a:endParaRPr>
          </a:p>
        </p:txBody>
      </p:sp>
      <p:grpSp>
        <p:nvGrpSpPr>
          <p:cNvPr id="2053" name="组合 3"/>
          <p:cNvGrpSpPr/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2057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endParaRPr lang="en-US" altLang="zh-CN" sz="18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r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58" name="标题 1"/>
            <p:cNvSpPr txBox="1"/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90204" pitchFamily="34" charset="0"/>
                </a:rPr>
                <a:t>Slide</a:t>
              </a:r>
              <a:endParaRPr lang="zh-CN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endParaRPr>
            </a:p>
          </p:txBody>
        </p:sp>
      </p:grpSp>
      <p:sp>
        <p:nvSpPr>
          <p:cNvPr id="2054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27543C62-3670-4004-A05D-8FE5695BEC36}" type="slidenum">
              <a:rPr lang="zh-CN" altLang="en-US" sz="1800" smtClean="0">
                <a:latin typeface="Times New Roman" panose="02020603050405020304" pitchFamily="18" charset="0"/>
              </a:rPr>
            </a:fld>
            <a:endParaRPr lang="zh-CN" altLang="en-US" sz="1800">
              <a:latin typeface="Times New Roman" panose="02020603050405020304" pitchFamily="18" charset="0"/>
            </a:endParaRPr>
          </a:p>
        </p:txBody>
      </p:sp>
      <p:cxnSp>
        <p:nvCxnSpPr>
          <p:cNvPr id="2055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标题 1"/>
          <p:cNvSpPr txBox="1"/>
          <p:nvPr/>
        </p:nvSpPr>
        <p:spPr bwMode="auto">
          <a:xfrm>
            <a:off x="422090" y="1239520"/>
            <a:ext cx="8180439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indent="719455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indent="0" algn="ctr">
              <a:lnSpc>
                <a:spcPct val="140000"/>
              </a:lnSpc>
              <a:defRPr/>
            </a:pP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T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itle</a:t>
            </a:r>
            <a:endParaRPr lang="en-US" altLang="zh-C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90204" pitchFamily="34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/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endParaRPr lang="en-US" altLang="zh-CN" sz="18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r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993" name="标题 1"/>
            <p:cNvSpPr txBox="1"/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90204" pitchFamily="34" charset="0"/>
                </a:rPr>
                <a:t>Slide</a:t>
              </a:r>
              <a:endParaRPr lang="zh-CN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anose="02020603050405020304" pitchFamily="18" charset="0"/>
              </a:rPr>
            </a:fld>
            <a:endParaRPr lang="zh-CN" altLang="en-US" sz="1800">
              <a:latin typeface="Times New Roman" panose="02020603050405020304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188913" y="120650"/>
            <a:ext cx="2525712" cy="444500"/>
          </a:xfrm>
        </p:spPr>
        <p:txBody>
          <a:bodyPr/>
          <a:lstStyle/>
          <a:p>
            <a:pPr marL="0" indent="0"/>
            <a:r>
              <a:rPr lang="en-US" altLang="zh-CN" sz="3200" b="1">
                <a:solidFill>
                  <a:schemeClr val="bg1"/>
                </a:solidFill>
                <a:latin typeface="Palatino Linotype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Palatino Linotype" pitchFamily="18" charset="0"/>
                <a:ea typeface="宋体" pitchFamily="2" charset="-122"/>
                <a:cs typeface="Times New Roman" panose="02020603050405020304" pitchFamily="18" charset="0"/>
              </a:rPr>
              <a:t>CONTENTS</a:t>
            </a:r>
            <a:endParaRPr lang="zh-CN" altLang="en-US" sz="4000" b="1">
              <a:solidFill>
                <a:schemeClr val="bg1"/>
              </a:solidFill>
              <a:latin typeface="Palatino Linotype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41991" name="标题 1"/>
          <p:cNvSpPr txBox="1"/>
          <p:nvPr/>
        </p:nvSpPr>
        <p:spPr bwMode="auto">
          <a:xfrm>
            <a:off x="485775" y="1249442"/>
            <a:ext cx="8543925" cy="2585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indent="719455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Background 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（任务背景、定义、挑战）</a:t>
            </a:r>
            <a:endParaRPr lang="zh-CN" altLang="en-US" sz="2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9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State-of-the-Art 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（现有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研究的范式有哪几种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、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分类）</a:t>
            </a:r>
            <a:endParaRPr lang="zh-CN" altLang="en-US" sz="2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9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Representative Method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 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(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代表性论文介绍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)</a:t>
            </a:r>
            <a:endParaRPr lang="en-US" altLang="zh-CN" sz="2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9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Future Work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（调研之后自己的想法）</a:t>
            </a:r>
            <a:endParaRPr lang="zh-CN" altLang="en-US" sz="2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90204" pitchFamily="34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/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endParaRPr lang="en-US" altLang="zh-CN" sz="18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r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993" name="标题 1"/>
            <p:cNvSpPr txBox="1"/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90204" pitchFamily="34" charset="0"/>
                </a:rPr>
                <a:t>Slide</a:t>
              </a:r>
              <a:endParaRPr lang="zh-CN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anose="02020603050405020304" pitchFamily="18" charset="0"/>
              </a:rPr>
            </a:fld>
            <a:endParaRPr lang="zh-CN" altLang="en-US" sz="1800">
              <a:latin typeface="Times New Roman" panose="02020603050405020304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188912" y="120650"/>
            <a:ext cx="6909118" cy="387798"/>
          </a:xfrm>
        </p:spPr>
        <p:txBody>
          <a:bodyPr/>
          <a:lstStyle/>
          <a:p>
            <a:pPr marL="0" indent="0"/>
            <a:r>
              <a:rPr lang="en-US" altLang="zh-CN" sz="2800" b="1">
                <a:solidFill>
                  <a:schemeClr val="bg1"/>
                </a:solidFill>
                <a:latin typeface="Palatino Linotype" pitchFamily="18" charset="0"/>
                <a:ea typeface="宋体" pitchFamily="2" charset="-122"/>
                <a:cs typeface="Times New Roman" panose="02020603050405020304" pitchFamily="18" charset="0"/>
              </a:rPr>
              <a:t>Person Re-identification</a:t>
            </a:r>
            <a:endParaRPr lang="zh-CN" altLang="en-US" sz="2800" b="1">
              <a:solidFill>
                <a:schemeClr val="bg1"/>
              </a:solidFill>
              <a:latin typeface="Palatino Linotype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741" y="1783342"/>
            <a:ext cx="7104518" cy="274877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7413" y="773638"/>
            <a:ext cx="88291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chemeClr val="bg1"/>
                </a:solidFill>
              </a:rPr>
              <a:t>Person re-identification (</a:t>
            </a:r>
            <a:r>
              <a:rPr lang="en-US" altLang="zh-CN" sz="2400" b="1" err="1">
                <a:solidFill>
                  <a:schemeClr val="bg1"/>
                </a:solidFill>
              </a:rPr>
              <a:t>ReID</a:t>
            </a:r>
            <a:r>
              <a:rPr lang="en-US" altLang="zh-CN" sz="2400" b="1">
                <a:solidFill>
                  <a:schemeClr val="bg1"/>
                </a:solidFill>
              </a:rPr>
              <a:t>) :</a:t>
            </a:r>
            <a:br>
              <a:rPr lang="en-US" altLang="zh-CN" sz="2400" b="1">
                <a:solidFill>
                  <a:schemeClr val="bg1"/>
                </a:solidFill>
              </a:rPr>
            </a:br>
            <a:r>
              <a:rPr lang="en-US" altLang="zh-CN" sz="2000">
                <a:solidFill>
                  <a:schemeClr val="bg1"/>
                </a:solidFill>
              </a:rPr>
              <a:t>aims at matching a target person from a gallery of pedestrian images</a:t>
            </a:r>
            <a:endParaRPr lang="zh-CN" altLang="en-US" sz="20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/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endParaRPr lang="en-US" altLang="zh-CN" sz="18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r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993" name="标题 1"/>
            <p:cNvSpPr txBox="1"/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90204" pitchFamily="34" charset="0"/>
                </a:rPr>
                <a:t>Slide</a:t>
              </a:r>
              <a:endParaRPr lang="zh-CN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anose="02020603050405020304" pitchFamily="18" charset="0"/>
              </a:rPr>
            </a:fld>
            <a:endParaRPr lang="zh-CN" altLang="en-US" sz="1800">
              <a:latin typeface="Times New Roman" panose="02020603050405020304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188912" y="120650"/>
            <a:ext cx="6909118" cy="387798"/>
          </a:xfrm>
        </p:spPr>
        <p:txBody>
          <a:bodyPr/>
          <a:lstStyle/>
          <a:p>
            <a:pPr marL="0" indent="0"/>
            <a:r>
              <a:rPr lang="en-US" altLang="zh-CN" sz="2800" b="1">
                <a:solidFill>
                  <a:schemeClr val="bg1"/>
                </a:solidFill>
                <a:latin typeface="Palatino Linotype" pitchFamily="18" charset="0"/>
                <a:ea typeface="宋体" pitchFamily="2" charset="-122"/>
                <a:cs typeface="Times New Roman" panose="02020603050405020304" pitchFamily="18" charset="0"/>
              </a:rPr>
              <a:t>Challenges in Existing </a:t>
            </a:r>
            <a:r>
              <a:rPr lang="en-US" altLang="zh-CN" sz="2800" b="1" err="1">
                <a:solidFill>
                  <a:schemeClr val="bg1"/>
                </a:solidFill>
                <a:latin typeface="Palatino Linotype" pitchFamily="18" charset="0"/>
                <a:ea typeface="宋体" pitchFamily="2" charset="-122"/>
                <a:cs typeface="Times New Roman" panose="02020603050405020304" pitchFamily="18" charset="0"/>
              </a:rPr>
              <a:t>ReID</a:t>
            </a:r>
            <a:endParaRPr lang="zh-CN" altLang="en-US" sz="2800" b="1">
              <a:solidFill>
                <a:schemeClr val="bg1"/>
              </a:solidFill>
              <a:latin typeface="Palatino Linotype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8912" y="1740753"/>
            <a:ext cx="88505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endParaRPr lang="en-US" sz="2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0833" y="1241075"/>
            <a:ext cx="8316644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Generalizability of State-of-Arts (SOTA) is poor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>
              <a:buFont typeface="Arial" panose="020B060402020209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SOTA only focus on intra-dataset evaluation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>
              <a:buFont typeface="Arial" panose="020B060402020209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>
              <a:buFont typeface="Arial" panose="020B060402020209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Diversity of real-world datasets is not enough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>
              <a:buFont typeface="Arial" panose="020B0604020202090204" pitchFamily="34" charset="0"/>
              <a:buChar char="•"/>
            </a:pPr>
            <a:r>
              <a:rPr lang="en-US" altLang="zh-C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Scene - Most datasets are collected in a single scene</a:t>
            </a:r>
            <a:endParaRPr lang="en-US" altLang="zh-C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342900">
              <a:buFont typeface="Arial" panose="020B060402020209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Corner cases - Real world datasets are mostly collected in sunny or rainy days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/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endParaRPr lang="en-US" altLang="zh-CN" sz="18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r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993" name="标题 1"/>
            <p:cNvSpPr txBox="1"/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90204" pitchFamily="34" charset="0"/>
                </a:rPr>
                <a:t>Slide</a:t>
              </a:r>
              <a:endParaRPr lang="zh-CN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anose="02020603050405020304" pitchFamily="18" charset="0"/>
              </a:rPr>
            </a:fld>
            <a:endParaRPr lang="zh-CN" altLang="en-US" sz="1800">
              <a:latin typeface="Times New Roman" panose="02020603050405020304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188913" y="120650"/>
            <a:ext cx="2525712" cy="444500"/>
          </a:xfrm>
        </p:spPr>
        <p:txBody>
          <a:bodyPr/>
          <a:lstStyle/>
          <a:p>
            <a:pPr marL="0" indent="0"/>
            <a:r>
              <a:rPr lang="en-US" altLang="zh-CN" sz="3200" b="1">
                <a:solidFill>
                  <a:schemeClr val="bg1"/>
                </a:solidFill>
                <a:latin typeface="Palatino Linotype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Palatino Linotype" pitchFamily="18" charset="0"/>
                <a:ea typeface="宋体" pitchFamily="2" charset="-122"/>
                <a:cs typeface="Times New Roman" panose="02020603050405020304" pitchFamily="18" charset="0"/>
              </a:rPr>
              <a:t>CONTENTS</a:t>
            </a:r>
            <a:endParaRPr lang="zh-CN" altLang="en-US" sz="4000" b="1">
              <a:solidFill>
                <a:schemeClr val="bg1"/>
              </a:solidFill>
              <a:latin typeface="Palatino Linotype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41991" name="标题 1"/>
          <p:cNvSpPr txBox="1"/>
          <p:nvPr/>
        </p:nvSpPr>
        <p:spPr bwMode="auto">
          <a:xfrm>
            <a:off x="485775" y="1249442"/>
            <a:ext cx="8543925" cy="2585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indent="719455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Background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 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（任务背景、定义、挑战）</a:t>
            </a:r>
            <a:endParaRPr lang="zh-CN" altLang="en-US" sz="2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9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State-of-the-Art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 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（现有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研究的范式有哪几种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、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分类）</a:t>
            </a:r>
            <a:endParaRPr lang="zh-CN" altLang="en-US" sz="2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9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Representative Method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 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(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代表性论文介绍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)</a:t>
            </a:r>
            <a:endParaRPr lang="en-US" altLang="zh-CN" sz="2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9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Future Work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（调研之后自己的想法）</a:t>
            </a:r>
            <a:endParaRPr lang="zh-CN" altLang="en-US" sz="2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90204" pitchFamily="34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/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endParaRPr lang="en-US" altLang="zh-CN" sz="18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r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993" name="标题 1"/>
            <p:cNvSpPr txBox="1"/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90204" pitchFamily="34" charset="0"/>
                </a:rPr>
                <a:t>Slide</a:t>
              </a:r>
              <a:endParaRPr lang="zh-CN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anose="02020603050405020304" pitchFamily="18" charset="0"/>
              </a:rPr>
            </a:fld>
            <a:endParaRPr lang="zh-CN" altLang="en-US" sz="1800">
              <a:latin typeface="Times New Roman" panose="02020603050405020304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188912" y="120650"/>
            <a:ext cx="6909118" cy="386715"/>
          </a:xfrm>
        </p:spPr>
        <p:txBody>
          <a:bodyPr/>
          <a:lstStyle/>
          <a:p>
            <a:pPr marL="0" indent="0"/>
            <a:r>
              <a:rPr lang="en-US" altLang="zh-CN" sz="2800" b="1">
                <a:solidFill>
                  <a:schemeClr val="bg1"/>
                </a:solidFill>
                <a:latin typeface="Palatino Linotype" pitchFamily="18" charset="0"/>
                <a:ea typeface="宋体" pitchFamily="2" charset="-122"/>
                <a:cs typeface="Times New Roman" panose="02020603050405020304" pitchFamily="18" charset="0"/>
              </a:rPr>
              <a:t>Existing W</a:t>
            </a:r>
            <a:r>
              <a:rPr lang="en-US" altLang="zh-CN" sz="2800" b="1">
                <a:solidFill>
                  <a:schemeClr val="bg1"/>
                </a:solidFill>
                <a:latin typeface="Palatino Linotype" pitchFamily="18" charset="0"/>
                <a:ea typeface="宋体" pitchFamily="2" charset="-122"/>
                <a:cs typeface="Times New Roman" panose="02020603050405020304" pitchFamily="18" charset="0"/>
              </a:rPr>
              <a:t>ork</a:t>
            </a:r>
            <a:endParaRPr lang="en-US" altLang="zh-CN" sz="2800" b="1">
              <a:solidFill>
                <a:schemeClr val="bg1"/>
              </a:solidFill>
              <a:latin typeface="Palatino Linotype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96875" y="1113156"/>
            <a:ext cx="53644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endParaRPr lang="en-US" sz="2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GB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总体介绍现有方法研究范式</a:t>
            </a: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分类</a:t>
            </a:r>
            <a:r>
              <a:rPr lang="zh-CN" altLang="en-US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情况</a:t>
            </a:r>
            <a:endParaRPr lang="zh-CN" altLang="en-US" sz="2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/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endParaRPr lang="en-US" altLang="zh-CN" sz="18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r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993" name="标题 1"/>
            <p:cNvSpPr txBox="1"/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90204" pitchFamily="34" charset="0"/>
                </a:rPr>
                <a:t>Slide</a:t>
              </a:r>
              <a:endParaRPr lang="zh-CN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anose="02020603050405020304" pitchFamily="18" charset="0"/>
              </a:rPr>
            </a:fld>
            <a:endParaRPr lang="zh-CN" altLang="en-US" sz="1800">
              <a:latin typeface="Times New Roman" panose="02020603050405020304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188913" y="120650"/>
            <a:ext cx="2525712" cy="444500"/>
          </a:xfrm>
        </p:spPr>
        <p:txBody>
          <a:bodyPr/>
          <a:lstStyle/>
          <a:p>
            <a:pPr marL="0" indent="0"/>
            <a:r>
              <a:rPr lang="en-US" altLang="zh-CN" sz="3200" b="1">
                <a:solidFill>
                  <a:schemeClr val="bg1"/>
                </a:solidFill>
                <a:latin typeface="Palatino Linotype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Palatino Linotype" pitchFamily="18" charset="0"/>
                <a:ea typeface="宋体" pitchFamily="2" charset="-122"/>
                <a:cs typeface="Times New Roman" panose="02020603050405020304" pitchFamily="18" charset="0"/>
              </a:rPr>
              <a:t>CONTENTS</a:t>
            </a:r>
            <a:endParaRPr lang="zh-CN" altLang="en-US" sz="4000" b="1">
              <a:solidFill>
                <a:schemeClr val="bg1"/>
              </a:solidFill>
              <a:latin typeface="Palatino Linotype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41991" name="标题 1"/>
          <p:cNvSpPr txBox="1"/>
          <p:nvPr/>
        </p:nvSpPr>
        <p:spPr bwMode="auto">
          <a:xfrm>
            <a:off x="485775" y="1249442"/>
            <a:ext cx="8543925" cy="2585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indent="719455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Background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 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（任务背景、定义、挑战）</a:t>
            </a:r>
            <a:endParaRPr lang="zh-CN" altLang="en-US" sz="2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9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State-of-the-Art 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（现有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研究的范式有哪几种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、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分类）</a:t>
            </a:r>
            <a:endParaRPr lang="zh-CN" altLang="en-US" sz="2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9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R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epresentative Method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(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代表性论文介绍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)</a:t>
            </a:r>
            <a:endParaRPr lang="en-US" altLang="zh-CN" sz="2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9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Future Work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（调研之后自己的想法）</a:t>
            </a:r>
            <a:endParaRPr lang="zh-CN" altLang="en-US" sz="2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90204" pitchFamily="34" charset="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/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endParaRPr lang="en-US" altLang="zh-CN" sz="18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r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993" name="标题 1"/>
            <p:cNvSpPr txBox="1"/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90204" pitchFamily="34" charset="0"/>
                </a:rPr>
                <a:t>Slide</a:t>
              </a:r>
              <a:endParaRPr lang="zh-CN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anose="02020603050405020304" pitchFamily="18" charset="0"/>
              </a:rPr>
            </a:fld>
            <a:endParaRPr lang="zh-CN" altLang="en-US" sz="1800">
              <a:latin typeface="Times New Roman" panose="02020603050405020304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188912" y="120650"/>
            <a:ext cx="6909118" cy="386715"/>
          </a:xfrm>
        </p:spPr>
        <p:txBody>
          <a:bodyPr/>
          <a:lstStyle/>
          <a:p>
            <a:pPr marL="0" indent="0"/>
            <a:r>
              <a:rPr lang="en-US" altLang="zh-CN" sz="2800" b="1">
                <a:solidFill>
                  <a:schemeClr val="bg1"/>
                </a:solidFill>
                <a:latin typeface="Palatino Linotype" pitchFamily="18" charset="0"/>
                <a:ea typeface="宋体" pitchFamily="2" charset="-122"/>
                <a:cs typeface="Times New Roman" panose="02020603050405020304" pitchFamily="18" charset="0"/>
              </a:rPr>
              <a:t>Paper1: xx</a:t>
            </a:r>
            <a:endParaRPr lang="en-US" altLang="zh-CN" sz="2800" b="1">
              <a:solidFill>
                <a:schemeClr val="bg1"/>
              </a:solidFill>
              <a:latin typeface="Palatino Linotype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96875" y="1113156"/>
            <a:ext cx="780288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endParaRPr lang="en-US" sz="2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GB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介绍所</a:t>
            </a:r>
            <a:r>
              <a:rPr lang="zh-CN" altLang="en-GB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提方法的动机</a:t>
            </a: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GB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你是如何去解决上述任务挑战的</a:t>
            </a: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altLang="zh-CN" sz="2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从什么角度去解决</a:t>
            </a: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altLang="zh-CN" sz="2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96900" y="840105"/>
            <a:ext cx="457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"/>
            </a:pPr>
            <a:r>
              <a:rPr lang="en-US" altLang="zh-CN" sz="2800" b="1">
                <a:solidFill>
                  <a:schemeClr val="bg1"/>
                </a:solidFill>
                <a:latin typeface="Palatino Linotype" pitchFamily="18" charset="0"/>
                <a:cs typeface="Times New Roman" panose="02020603050405020304" pitchFamily="18" charset="0"/>
                <a:sym typeface="+mn-ea"/>
              </a:rPr>
              <a:t>Motivation</a:t>
            </a:r>
            <a:endParaRPr lang="en-US" altLang="zh-CN" sz="2800" b="1">
              <a:solidFill>
                <a:schemeClr val="bg1"/>
              </a:solidFill>
              <a:latin typeface="Palatino Linotype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/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endParaRPr lang="en-US" altLang="zh-CN" sz="18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r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993" name="标题 1"/>
            <p:cNvSpPr txBox="1"/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90204" pitchFamily="34" charset="0"/>
                </a:rPr>
                <a:t>Slide</a:t>
              </a:r>
              <a:endParaRPr lang="zh-CN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anose="02020603050405020304" pitchFamily="18" charset="0"/>
              </a:rPr>
            </a:fld>
            <a:endParaRPr lang="zh-CN" altLang="en-US" sz="1800">
              <a:latin typeface="Times New Roman" panose="02020603050405020304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188912" y="120650"/>
            <a:ext cx="6909118" cy="386715"/>
          </a:xfrm>
        </p:spPr>
        <p:txBody>
          <a:bodyPr/>
          <a:lstStyle/>
          <a:p>
            <a:pPr marL="0" indent="0"/>
            <a:r>
              <a:rPr lang="en-US" altLang="zh-CN" sz="2800" b="1">
                <a:solidFill>
                  <a:schemeClr val="bg1"/>
                </a:solidFill>
                <a:latin typeface="Palatino Linotype" pitchFamily="18" charset="0"/>
                <a:ea typeface="宋体" pitchFamily="2" charset="-122"/>
                <a:cs typeface="Times New Roman" panose="02020603050405020304" pitchFamily="18" charset="0"/>
              </a:rPr>
              <a:t>Paper1: xx</a:t>
            </a:r>
            <a:endParaRPr lang="en-US" altLang="zh-CN" sz="2800" b="1">
              <a:solidFill>
                <a:schemeClr val="bg1"/>
              </a:solidFill>
              <a:latin typeface="Palatino Linotype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96875" y="1113156"/>
            <a:ext cx="35356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endParaRPr lang="en-US" sz="2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GB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介绍所提方法框架</a:t>
            </a: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组成</a:t>
            </a:r>
            <a:endParaRPr lang="zh-CN" altLang="en-US" sz="2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96900" y="840105"/>
            <a:ext cx="457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"/>
            </a:pPr>
            <a:r>
              <a:rPr lang="en-US" altLang="zh-CN" sz="2800" b="1">
                <a:solidFill>
                  <a:schemeClr val="bg1"/>
                </a:solidFill>
                <a:latin typeface="Palatino Linotype" pitchFamily="18" charset="0"/>
                <a:cs typeface="Times New Roman" panose="02020603050405020304" pitchFamily="18" charset="0"/>
                <a:sym typeface="+mn-ea"/>
              </a:rPr>
              <a:t>Architecture</a:t>
            </a:r>
            <a:endParaRPr lang="en-US" altLang="zh-CN" sz="2800" b="1">
              <a:solidFill>
                <a:schemeClr val="bg1"/>
              </a:solidFill>
              <a:latin typeface="Palatino Linotype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/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endParaRPr lang="en-US" altLang="zh-CN" sz="18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r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993" name="标题 1"/>
            <p:cNvSpPr txBox="1"/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90204" pitchFamily="34" charset="0"/>
                </a:rPr>
                <a:t>Slide</a:t>
              </a:r>
              <a:endParaRPr lang="zh-CN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anose="02020603050405020304" pitchFamily="18" charset="0"/>
              </a:rPr>
            </a:fld>
            <a:endParaRPr lang="zh-CN" altLang="en-US" sz="1800">
              <a:latin typeface="Times New Roman" panose="02020603050405020304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188912" y="120650"/>
            <a:ext cx="6909118" cy="386715"/>
          </a:xfrm>
        </p:spPr>
        <p:txBody>
          <a:bodyPr/>
          <a:lstStyle/>
          <a:p>
            <a:pPr marL="0" indent="0"/>
            <a:r>
              <a:rPr lang="en-US" altLang="zh-CN" sz="2800" b="1">
                <a:solidFill>
                  <a:schemeClr val="bg1"/>
                </a:solidFill>
                <a:latin typeface="Palatino Linotype" pitchFamily="18" charset="0"/>
                <a:ea typeface="宋体" pitchFamily="2" charset="-122"/>
                <a:cs typeface="Times New Roman" panose="02020603050405020304" pitchFamily="18" charset="0"/>
              </a:rPr>
              <a:t>Paper1: xx</a:t>
            </a:r>
            <a:endParaRPr lang="en-US" altLang="zh-CN" sz="2800" b="1">
              <a:solidFill>
                <a:schemeClr val="bg1"/>
              </a:solidFill>
              <a:latin typeface="Palatino Linotype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96875" y="1113156"/>
            <a:ext cx="59740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endParaRPr lang="en-US" sz="2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GB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介绍所提方法实验数据集、结果情况</a:t>
            </a: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结论</a:t>
            </a:r>
            <a:endParaRPr lang="zh-CN" altLang="en-US" sz="2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96900" y="840105"/>
            <a:ext cx="457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"/>
            </a:pPr>
            <a:r>
              <a:rPr lang="en-US" altLang="zh-CN" sz="2800" b="1">
                <a:solidFill>
                  <a:schemeClr val="bg1"/>
                </a:solidFill>
                <a:latin typeface="Palatino Linotype" pitchFamily="18" charset="0"/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sz="2800" b="1">
                <a:solidFill>
                  <a:schemeClr val="bg1"/>
                </a:solidFill>
                <a:latin typeface="Palatino Linotype" pitchFamily="18" charset="0"/>
                <a:cs typeface="Times New Roman" panose="02020603050405020304" pitchFamily="18" charset="0"/>
                <a:sym typeface="+mn-ea"/>
              </a:rPr>
              <a:t>xperiments</a:t>
            </a:r>
            <a:endParaRPr lang="en-US" altLang="zh-CN" sz="2800" b="1">
              <a:solidFill>
                <a:schemeClr val="bg1"/>
              </a:solidFill>
              <a:latin typeface="Palatino Linotype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7" name="组合 3"/>
          <p:cNvGrpSpPr/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1992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endParaRPr lang="en-US" altLang="zh-CN" sz="18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r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993" name="标题 1"/>
            <p:cNvSpPr txBox="1"/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90204" pitchFamily="34" charset="0"/>
                </a:rPr>
                <a:t>Slide</a:t>
              </a:r>
              <a:endParaRPr lang="zh-CN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endParaRPr>
            </a:p>
          </p:txBody>
        </p:sp>
      </p:grpSp>
      <p:sp>
        <p:nvSpPr>
          <p:cNvPr id="41988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anose="02020603050405020304" pitchFamily="18" charset="0"/>
              </a:rPr>
            </a:fld>
            <a:endParaRPr lang="zh-CN" altLang="en-US" sz="1800">
              <a:latin typeface="Times New Roman" panose="02020603050405020304" pitchFamily="18" charset="0"/>
            </a:endParaRPr>
          </a:p>
        </p:txBody>
      </p:sp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188913" y="120650"/>
            <a:ext cx="2525712" cy="444500"/>
          </a:xfrm>
        </p:spPr>
        <p:txBody>
          <a:bodyPr/>
          <a:lstStyle/>
          <a:p>
            <a:pPr marL="0" indent="0"/>
            <a:r>
              <a:rPr lang="en-US" altLang="zh-CN" sz="3200" b="1">
                <a:solidFill>
                  <a:schemeClr val="bg1"/>
                </a:solidFill>
                <a:latin typeface="Palatino Linotype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>
                <a:solidFill>
                  <a:schemeClr val="bg1"/>
                </a:solidFill>
                <a:latin typeface="Palatino Linotype" pitchFamily="18" charset="0"/>
                <a:ea typeface="宋体" pitchFamily="2" charset="-122"/>
                <a:cs typeface="Times New Roman" panose="02020603050405020304" pitchFamily="18" charset="0"/>
              </a:rPr>
              <a:t>CONTENTS</a:t>
            </a:r>
            <a:endParaRPr lang="zh-CN" altLang="en-US" sz="4000" b="1">
              <a:solidFill>
                <a:schemeClr val="bg1"/>
              </a:solidFill>
              <a:latin typeface="Palatino Linotype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41991" name="标题 1"/>
          <p:cNvSpPr txBox="1"/>
          <p:nvPr/>
        </p:nvSpPr>
        <p:spPr bwMode="auto">
          <a:xfrm>
            <a:off x="485775" y="1249442"/>
            <a:ext cx="8543925" cy="2585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indent="719455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Background</a:t>
            </a: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 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（任务背景、定义、挑战）</a:t>
            </a:r>
            <a:endParaRPr lang="zh-CN" altLang="en-US" sz="2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9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State-of-the-Art 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（现有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研究的范式有哪几种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、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分类）</a:t>
            </a:r>
            <a:endParaRPr lang="zh-CN" altLang="en-US" sz="2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9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Represent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ative Method</a:t>
            </a: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 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(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论文介绍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)</a:t>
            </a:r>
            <a:endParaRPr lang="en-US" altLang="zh-CN" sz="2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9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Future Work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（调研之后自己的想法）</a:t>
            </a:r>
            <a:endParaRPr lang="zh-CN" altLang="en-US" sz="2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90204" pitchFamily="34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989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0" name="标题 1"/>
          <p:cNvSpPr>
            <a:spLocks noGrp="1"/>
          </p:cNvSpPr>
          <p:nvPr>
            <p:ph type="ctrTitle"/>
          </p:nvPr>
        </p:nvSpPr>
        <p:spPr>
          <a:xfrm>
            <a:off x="188912" y="120650"/>
            <a:ext cx="7805018" cy="387798"/>
          </a:xfrm>
        </p:spPr>
        <p:txBody>
          <a:bodyPr/>
          <a:lstStyle/>
          <a:p>
            <a:pPr marL="0" indent="0"/>
            <a:r>
              <a:rPr lang="en-US" altLang="zh-CN" sz="2800" b="1">
                <a:solidFill>
                  <a:schemeClr val="bg1"/>
                </a:solidFill>
                <a:latin typeface="Palatino Linotype" pitchFamily="18" charset="0"/>
                <a:ea typeface="宋体" pitchFamily="2" charset="-122"/>
                <a:cs typeface="Times New Roman" panose="02020603050405020304" pitchFamily="18" charset="0"/>
              </a:rPr>
              <a:t>Future work</a:t>
            </a:r>
            <a:endParaRPr lang="zh-CN" altLang="en-US" sz="2800" b="1">
              <a:solidFill>
                <a:schemeClr val="bg1"/>
              </a:solidFill>
              <a:latin typeface="Palatino Linotype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8" name="组合 3"/>
          <p:cNvGrpSpPr/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39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endParaRPr lang="en-US" altLang="zh-CN" sz="18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r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标题 1"/>
            <p:cNvSpPr txBox="1"/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90204" pitchFamily="34" charset="0"/>
                </a:rPr>
                <a:t>Slide</a:t>
              </a:r>
              <a:endParaRPr lang="zh-CN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endParaRPr>
            </a:p>
          </p:txBody>
        </p:sp>
      </p:grpSp>
      <p:sp>
        <p:nvSpPr>
          <p:cNvPr id="41" name="灯片编号占位符 5"/>
          <p:cNvSpPr>
            <a:spLocks noGrp="1"/>
          </p:cNvSpPr>
          <p:nvPr>
            <p:ph type="sldNum" sz="quarter" idx="10"/>
          </p:nvPr>
        </p:nvSpPr>
        <p:spPr bwMode="auto">
          <a:xfrm>
            <a:off x="7010400" y="4800600"/>
            <a:ext cx="2133600" cy="349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0BFFB93C-6DD5-49C5-AE76-523F2EFD6115}" type="slidenum">
              <a:rPr lang="zh-CN" altLang="en-US" sz="1800" smtClean="0">
                <a:latin typeface="Times New Roman" panose="02020603050405020304" pitchFamily="18" charset="0"/>
              </a:rPr>
            </a:fld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345" y="1209548"/>
            <a:ext cx="920848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altLang="zh-CN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pre-train result on more backbones with full </a:t>
            </a:r>
            <a:r>
              <a:rPr lang="en-US" altLang="zh-CN" sz="20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WePerson</a:t>
            </a:r>
            <a:r>
              <a:rPr lang="en-US" altLang="zh-CN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dataset</a:t>
            </a:r>
            <a:endParaRPr lang="en-US" altLang="zh-CN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altLang="zh-CN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altLang="zh-CN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Condense </a:t>
            </a:r>
            <a:r>
              <a:rPr lang="en-US" altLang="zh-CN" sz="20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WePerson</a:t>
            </a:r>
            <a:r>
              <a:rPr lang="en-US" altLang="zh-CN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dataset (</a:t>
            </a:r>
            <a:r>
              <a:rPr lang="en-US" altLang="zh-CN" sz="20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WePerson</a:t>
            </a:r>
            <a:r>
              <a:rPr lang="en-US" altLang="zh-CN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mini)</a:t>
            </a:r>
            <a:endParaRPr lang="en-US" altLang="zh-CN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altLang="zh-CN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altLang="zh-CN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novel sampling method for large scale synthetic dataset</a:t>
            </a:r>
            <a:endParaRPr lang="en-US" altLang="zh-CN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altLang="zh-CN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altLang="zh-CN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Transformer based generalizable </a:t>
            </a:r>
            <a:r>
              <a:rPr lang="en-US" altLang="zh-CN" sz="20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ReID</a:t>
            </a:r>
            <a:r>
              <a:rPr lang="en-US" altLang="zh-CN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  <a:endParaRPr lang="en-US" altLang="zh-CN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altLang="zh-CN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altLang="zh-CN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Promote </a:t>
            </a:r>
            <a:r>
              <a:rPr lang="en-US" altLang="zh-CN" sz="20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WePerson</a:t>
            </a:r>
            <a:r>
              <a:rPr lang="en-US" altLang="zh-CN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dataset as a replacement of ImageNet on </a:t>
            </a:r>
            <a:r>
              <a:rPr lang="en-US" altLang="zh-CN" sz="200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ReID</a:t>
            </a:r>
            <a:r>
              <a:rPr lang="en-US" altLang="zh-CN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tasks for pre-train</a:t>
            </a:r>
            <a:endParaRPr lang="zh-CN" altLang="en-US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83" name="组合 3"/>
          <p:cNvGrpSpPr/>
          <p:nvPr/>
        </p:nvGrpSpPr>
        <p:grpSpPr bwMode="auto">
          <a:xfrm>
            <a:off x="0" y="4756150"/>
            <a:ext cx="9144000" cy="415925"/>
            <a:chOff x="0" y="4756577"/>
            <a:chExt cx="9144000" cy="415498"/>
          </a:xfrm>
        </p:grpSpPr>
        <p:sp>
          <p:nvSpPr>
            <p:cNvPr id="46090" name="矩形 1"/>
            <p:cNvSpPr>
              <a:spLocks noChangeArrowheads="1"/>
            </p:cNvSpPr>
            <p:nvPr/>
          </p:nvSpPr>
          <p:spPr bwMode="auto">
            <a:xfrm>
              <a:off x="0" y="4829175"/>
              <a:ext cx="9144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endParaRPr lang="en-US" altLang="zh-CN" sz="18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r"/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091" name="标题 1"/>
            <p:cNvSpPr txBox="1"/>
            <p:nvPr/>
          </p:nvSpPr>
          <p:spPr bwMode="auto">
            <a:xfrm>
              <a:off x="8212455" y="4756577"/>
              <a:ext cx="520065" cy="415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90204" pitchFamily="34" charset="0"/>
                <a:defRPr sz="1400">
                  <a:solidFill>
                    <a:schemeClr val="tx1"/>
                  </a:solidFill>
                  <a:latin typeface="Arial" panose="020B0604020202090204" pitchFamily="34" charset="0"/>
                  <a:ea typeface="宋体" pitchFamily="2" charset="-122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zh-CN" sz="1800" b="1" i="1">
                  <a:latin typeface="Times New Roman" panose="02020603050405020304" pitchFamily="18" charset="0"/>
                  <a:cs typeface="Times New Roman" panose="02020603050405020304" pitchFamily="18" charset="0"/>
                  <a:sym typeface="Arial" panose="020B0604020202090204" pitchFamily="34" charset="0"/>
                </a:rPr>
                <a:t>Slide</a:t>
              </a:r>
              <a:endParaRPr lang="zh-CN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endParaRPr>
            </a:p>
          </p:txBody>
        </p:sp>
      </p:grpSp>
      <p:sp>
        <p:nvSpPr>
          <p:cNvPr id="46084" name="灯片编号占位符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/>
            <a:fld id="{A4FB1599-487B-4C06-96D0-3B212FB62688}" type="slidenum">
              <a:rPr lang="zh-CN" altLang="en-US" sz="1800" smtClean="0">
                <a:latin typeface="Times New Roman" panose="02020603050405020304" pitchFamily="18" charset="0"/>
              </a:rPr>
            </a:fld>
            <a:endParaRPr lang="zh-CN" altLang="en-US" sz="1800">
              <a:latin typeface="Times New Roman" panose="02020603050405020304" pitchFamily="18" charset="0"/>
            </a:endParaRPr>
          </a:p>
        </p:txBody>
      </p:sp>
      <p:cxnSp>
        <p:nvCxnSpPr>
          <p:cNvPr id="46085" name="直接连接符 3"/>
          <p:cNvCxnSpPr>
            <a:cxnSpLocks noChangeShapeType="1"/>
          </p:cNvCxnSpPr>
          <p:nvPr/>
        </p:nvCxnSpPr>
        <p:spPr bwMode="auto">
          <a:xfrm>
            <a:off x="0" y="714375"/>
            <a:ext cx="9144000" cy="0"/>
          </a:xfrm>
          <a:prstGeom prst="line">
            <a:avLst/>
          </a:prstGeom>
          <a:noFill/>
          <a:ln w="22225" algn="ctr">
            <a:solidFill>
              <a:srgbClr val="2486C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086" name="AutoShape 2" descr="https://mmbiz.qpic.cn/mmbiz_jpg/KBdZichiaNxHkzyaqGr69ItxzxweMia0iaYsQNUFh3B4wHRFo0EanIQQ6WdO4bCICJ0npvBicPWJdNWaria4TKXPY4DA/640?wx_fmt=jpeg&amp;wxfrom=5&amp;wx_lazy=1"/>
          <p:cNvSpPr>
            <a:spLocks noChangeAspect="1" noChangeArrowheads="1"/>
          </p:cNvSpPr>
          <p:nvPr/>
        </p:nvSpPr>
        <p:spPr bwMode="auto">
          <a:xfrm>
            <a:off x="49213" y="-1063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7" name="标题 1"/>
          <p:cNvSpPr txBox="1"/>
          <p:nvPr/>
        </p:nvSpPr>
        <p:spPr bwMode="auto">
          <a:xfrm>
            <a:off x="782638" y="1797010"/>
            <a:ext cx="780097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4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Thank you !</a:t>
            </a:r>
            <a:endParaRPr lang="zh-CN" altLang="en-US" sz="4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90204" pitchFamily="34" charset="0"/>
            </a:endParaRPr>
          </a:p>
        </p:txBody>
      </p:sp>
      <p:sp>
        <p:nvSpPr>
          <p:cNvPr id="46089" name="标题 1"/>
          <p:cNvSpPr txBox="1"/>
          <p:nvPr/>
        </p:nvSpPr>
        <p:spPr bwMode="auto">
          <a:xfrm>
            <a:off x="1971675" y="3536950"/>
            <a:ext cx="5646738" cy="1107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 sz="1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xx</a:t>
            </a:r>
            <a:endParaRPr lang="en-US" altLang="zh-CN" sz="24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90204" pitchFamily="34" charset="0"/>
            </a:endParaRPr>
          </a:p>
          <a:p>
            <a:pPr algn="r">
              <a:lnSpc>
                <a:spcPct val="150000"/>
              </a:lnSpc>
            </a:pP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90204" pitchFamily="34" charset="0"/>
              </a:rPr>
              <a:t>28/05/2021</a:t>
            </a:r>
            <a:endParaRPr lang="zh-CN" altLang="en-US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90204" pitchFamily="34" charset="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oZGlkIjoiMzczMzkxMjhiYTFmNmUxZTZkYzUxNjA2Mzc0MTViN2UifQ=="/>
</p:tagLst>
</file>

<file path=ppt/theme/theme1.xml><?xml version="1.0" encoding="utf-8"?>
<a:theme xmlns:a="http://schemas.openxmlformats.org/drawingml/2006/main" name="TechEd_2012_Template_16x9">
  <a:themeElements>
    <a:clrScheme name="">
      <a:dk1>
        <a:srgbClr val="1D4C7C"/>
      </a:dk1>
      <a:lt1>
        <a:srgbClr val="FFFFFF"/>
      </a:lt1>
      <a:dk2>
        <a:srgbClr val="363535"/>
      </a:dk2>
      <a:lt2>
        <a:srgbClr val="3397D3"/>
      </a:lt2>
      <a:accent1>
        <a:srgbClr val="3397D3"/>
      </a:accent1>
      <a:accent2>
        <a:srgbClr val="8E499C"/>
      </a:accent2>
      <a:accent3>
        <a:srgbClr val="AEAEAE"/>
      </a:accent3>
      <a:accent4>
        <a:srgbClr val="DADADA"/>
      </a:accent4>
      <a:accent5>
        <a:srgbClr val="ADC9E6"/>
      </a:accent5>
      <a:accent6>
        <a:srgbClr val="80418D"/>
      </a:accent6>
      <a:hlink>
        <a:srgbClr val="FFFFFF"/>
      </a:hlink>
      <a:folHlink>
        <a:srgbClr val="FFFFFF"/>
      </a:folHlink>
    </a:clrScheme>
    <a:fontScheme name="TechEd_2012_Template_16x9">
      <a:majorFont>
        <a:latin typeface="Segoe UI"/>
        <a:ea typeface=""/>
        <a:cs typeface="Segoe UI"/>
      </a:majorFont>
      <a:minorFont>
        <a:latin typeface="Segoe UI"/>
        <a:ea typeface=""/>
        <a:cs typeface="Segoe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6858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90204" pitchFamily="34" charset="0"/>
          <a:buNone/>
          <a:defRPr kumimoji="0" lang="zh-CN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6858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90204" pitchFamily="34" charset="0"/>
          <a:buNone/>
          <a:defRPr kumimoji="0" lang="zh-CN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chEd_2012_Template_16x9">
  <a:themeElements>
    <a:clrScheme name="">
      <a:dk1>
        <a:srgbClr val="1D4C7C"/>
      </a:dk1>
      <a:lt1>
        <a:srgbClr val="FFFFFF"/>
      </a:lt1>
      <a:dk2>
        <a:srgbClr val="363535"/>
      </a:dk2>
      <a:lt2>
        <a:srgbClr val="3397D3"/>
      </a:lt2>
      <a:accent1>
        <a:srgbClr val="3397D3"/>
      </a:accent1>
      <a:accent2>
        <a:srgbClr val="8E499C"/>
      </a:accent2>
      <a:accent3>
        <a:srgbClr val="AEAEAE"/>
      </a:accent3>
      <a:accent4>
        <a:srgbClr val="DADADA"/>
      </a:accent4>
      <a:accent5>
        <a:srgbClr val="ADC9E6"/>
      </a:accent5>
      <a:accent6>
        <a:srgbClr val="80418D"/>
      </a:accent6>
      <a:hlink>
        <a:srgbClr val="FFFFFF"/>
      </a:hlink>
      <a:folHlink>
        <a:srgbClr val="FFFFFF"/>
      </a:folHlink>
    </a:clrScheme>
    <a:fontScheme name="TechEd_2012_Template_16x9">
      <a:majorFont>
        <a:latin typeface="Segoe UI"/>
        <a:ea typeface=""/>
        <a:cs typeface="Segoe UI"/>
      </a:majorFont>
      <a:minorFont>
        <a:latin typeface="Segoe UI"/>
        <a:ea typeface=""/>
        <a:cs typeface="Segoe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6858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90204" pitchFamily="34" charset="0"/>
          <a:buNone/>
          <a:defRPr kumimoji="0" lang="zh-CN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6858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90204" pitchFamily="34" charset="0"/>
          <a:buNone/>
          <a:defRPr kumimoji="0" lang="zh-CN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TechEd_2012_Template_16x9">
  <a:themeElements>
    <a:clrScheme name="">
      <a:dk1>
        <a:srgbClr val="1D4C7C"/>
      </a:dk1>
      <a:lt1>
        <a:srgbClr val="FFFFFF"/>
      </a:lt1>
      <a:dk2>
        <a:srgbClr val="363535"/>
      </a:dk2>
      <a:lt2>
        <a:srgbClr val="3397D3"/>
      </a:lt2>
      <a:accent1>
        <a:srgbClr val="3397D3"/>
      </a:accent1>
      <a:accent2>
        <a:srgbClr val="8E499C"/>
      </a:accent2>
      <a:accent3>
        <a:srgbClr val="AEAEAE"/>
      </a:accent3>
      <a:accent4>
        <a:srgbClr val="DADADA"/>
      </a:accent4>
      <a:accent5>
        <a:srgbClr val="ADC9E6"/>
      </a:accent5>
      <a:accent6>
        <a:srgbClr val="80418D"/>
      </a:accent6>
      <a:hlink>
        <a:srgbClr val="FFFFFF"/>
      </a:hlink>
      <a:folHlink>
        <a:srgbClr val="FFFFFF"/>
      </a:folHlink>
    </a:clrScheme>
    <a:fontScheme name="TechEd_2012_Template_16x9">
      <a:majorFont>
        <a:latin typeface="Segoe UI"/>
        <a:ea typeface=""/>
        <a:cs typeface="Segoe UI"/>
      </a:majorFont>
      <a:minorFont>
        <a:latin typeface="Segoe UI"/>
        <a:ea typeface=""/>
        <a:cs typeface="Segoe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6858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90204" pitchFamily="34" charset="0"/>
          <a:buNone/>
          <a:defRPr kumimoji="0" lang="zh-CN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6858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90204" pitchFamily="34" charset="0"/>
          <a:buNone/>
          <a:defRPr kumimoji="0" lang="zh-CN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TechEd_2012_Template_16x9">
  <a:themeElements>
    <a:clrScheme name="">
      <a:dk1>
        <a:srgbClr val="1D4C7C"/>
      </a:dk1>
      <a:lt1>
        <a:srgbClr val="FFFFFF"/>
      </a:lt1>
      <a:dk2>
        <a:srgbClr val="363535"/>
      </a:dk2>
      <a:lt2>
        <a:srgbClr val="3397D3"/>
      </a:lt2>
      <a:accent1>
        <a:srgbClr val="3397D3"/>
      </a:accent1>
      <a:accent2>
        <a:srgbClr val="8E499C"/>
      </a:accent2>
      <a:accent3>
        <a:srgbClr val="AEAEAE"/>
      </a:accent3>
      <a:accent4>
        <a:srgbClr val="DADADA"/>
      </a:accent4>
      <a:accent5>
        <a:srgbClr val="ADC9E6"/>
      </a:accent5>
      <a:accent6>
        <a:srgbClr val="80418D"/>
      </a:accent6>
      <a:hlink>
        <a:srgbClr val="FFFFFF"/>
      </a:hlink>
      <a:folHlink>
        <a:srgbClr val="FFFFFF"/>
      </a:folHlink>
    </a:clrScheme>
    <a:fontScheme name="TechEd_2012_Template_16x9">
      <a:majorFont>
        <a:latin typeface="Segoe UI"/>
        <a:ea typeface=""/>
        <a:cs typeface="Segoe UI"/>
      </a:majorFont>
      <a:minorFont>
        <a:latin typeface="Segoe UI"/>
        <a:ea typeface=""/>
        <a:cs typeface="Segoe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6858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90204" pitchFamily="34" charset="0"/>
          <a:buNone/>
          <a:defRPr kumimoji="0" lang="zh-CN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6858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90204" pitchFamily="34" charset="0"/>
          <a:buNone/>
          <a:defRPr kumimoji="0" lang="zh-CN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TechEd_2012_Template_16x9">
  <a:themeElements>
    <a:clrScheme name="">
      <a:dk1>
        <a:srgbClr val="1D4C7C"/>
      </a:dk1>
      <a:lt1>
        <a:srgbClr val="FFFFFF"/>
      </a:lt1>
      <a:dk2>
        <a:srgbClr val="363535"/>
      </a:dk2>
      <a:lt2>
        <a:srgbClr val="3397D3"/>
      </a:lt2>
      <a:accent1>
        <a:srgbClr val="3397D3"/>
      </a:accent1>
      <a:accent2>
        <a:srgbClr val="8E499C"/>
      </a:accent2>
      <a:accent3>
        <a:srgbClr val="AEAEAE"/>
      </a:accent3>
      <a:accent4>
        <a:srgbClr val="DADADA"/>
      </a:accent4>
      <a:accent5>
        <a:srgbClr val="ADC9E6"/>
      </a:accent5>
      <a:accent6>
        <a:srgbClr val="80418D"/>
      </a:accent6>
      <a:hlink>
        <a:srgbClr val="FFFFFF"/>
      </a:hlink>
      <a:folHlink>
        <a:srgbClr val="FFFFFF"/>
      </a:folHlink>
    </a:clrScheme>
    <a:fontScheme name="TechEd_2012_Template_16x9">
      <a:majorFont>
        <a:latin typeface="Segoe UI"/>
        <a:ea typeface=""/>
        <a:cs typeface="Segoe UI"/>
      </a:majorFont>
      <a:minorFont>
        <a:latin typeface="Segoe UI"/>
        <a:ea typeface=""/>
        <a:cs typeface="Segoe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6858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90204" pitchFamily="34" charset="0"/>
          <a:buNone/>
          <a:defRPr kumimoji="0" lang="zh-CN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6858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90204" pitchFamily="34" charset="0"/>
          <a:buNone/>
          <a:defRPr kumimoji="0" lang="zh-CN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TechEd_2012_Template_16x9">
  <a:themeElements>
    <a:clrScheme name="">
      <a:dk1>
        <a:srgbClr val="1D4C7C"/>
      </a:dk1>
      <a:lt1>
        <a:srgbClr val="FFFFFF"/>
      </a:lt1>
      <a:dk2>
        <a:srgbClr val="363535"/>
      </a:dk2>
      <a:lt2>
        <a:srgbClr val="3397D3"/>
      </a:lt2>
      <a:accent1>
        <a:srgbClr val="3397D3"/>
      </a:accent1>
      <a:accent2>
        <a:srgbClr val="8E499C"/>
      </a:accent2>
      <a:accent3>
        <a:srgbClr val="AEAEAE"/>
      </a:accent3>
      <a:accent4>
        <a:srgbClr val="DADADA"/>
      </a:accent4>
      <a:accent5>
        <a:srgbClr val="ADC9E6"/>
      </a:accent5>
      <a:accent6>
        <a:srgbClr val="80418D"/>
      </a:accent6>
      <a:hlink>
        <a:srgbClr val="FFFFFF"/>
      </a:hlink>
      <a:folHlink>
        <a:srgbClr val="FFFFFF"/>
      </a:folHlink>
    </a:clrScheme>
    <a:fontScheme name="TechEd_2012_Template_16x9">
      <a:majorFont>
        <a:latin typeface="Segoe UI"/>
        <a:ea typeface=""/>
        <a:cs typeface="Segoe UI"/>
      </a:majorFont>
      <a:minorFont>
        <a:latin typeface="Segoe UI"/>
        <a:ea typeface=""/>
        <a:cs typeface="Segoe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6858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90204" pitchFamily="34" charset="0"/>
          <a:buNone/>
          <a:defRPr kumimoji="0" lang="zh-CN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6858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90204" pitchFamily="34" charset="0"/>
          <a:buNone/>
          <a:defRPr kumimoji="0" lang="zh-CN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TechEd_2012_Template_16x9">
  <a:themeElements>
    <a:clrScheme name="">
      <a:dk1>
        <a:srgbClr val="1D4C7C"/>
      </a:dk1>
      <a:lt1>
        <a:srgbClr val="FFFFFF"/>
      </a:lt1>
      <a:dk2>
        <a:srgbClr val="363535"/>
      </a:dk2>
      <a:lt2>
        <a:srgbClr val="3397D3"/>
      </a:lt2>
      <a:accent1>
        <a:srgbClr val="3397D3"/>
      </a:accent1>
      <a:accent2>
        <a:srgbClr val="8E499C"/>
      </a:accent2>
      <a:accent3>
        <a:srgbClr val="AEAEAE"/>
      </a:accent3>
      <a:accent4>
        <a:srgbClr val="DADADA"/>
      </a:accent4>
      <a:accent5>
        <a:srgbClr val="ADC9E6"/>
      </a:accent5>
      <a:accent6>
        <a:srgbClr val="80418D"/>
      </a:accent6>
      <a:hlink>
        <a:srgbClr val="FFFFFF"/>
      </a:hlink>
      <a:folHlink>
        <a:srgbClr val="FFFFFF"/>
      </a:folHlink>
    </a:clrScheme>
    <a:fontScheme name="TechEd_2012_Template_16x9">
      <a:majorFont>
        <a:latin typeface="Segoe UI"/>
        <a:ea typeface=""/>
        <a:cs typeface="Segoe UI"/>
      </a:majorFont>
      <a:minorFont>
        <a:latin typeface="Segoe UI"/>
        <a:ea typeface=""/>
        <a:cs typeface="Segoe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6858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90204" pitchFamily="34" charset="0"/>
          <a:buNone/>
          <a:defRPr kumimoji="0" lang="zh-CN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6858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90204" pitchFamily="34" charset="0"/>
          <a:buNone/>
          <a:defRPr kumimoji="0" lang="zh-CN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">
      <a:dk1>
        <a:srgbClr val="1D4C7C"/>
      </a:dk1>
      <a:lt1>
        <a:srgbClr val="FFFFFF"/>
      </a:lt1>
      <a:dk2>
        <a:srgbClr val="363535"/>
      </a:dk2>
      <a:lt2>
        <a:srgbClr val="3397D3"/>
      </a:lt2>
      <a:accent1>
        <a:srgbClr val="3397D3"/>
      </a:accent1>
      <a:accent2>
        <a:srgbClr val="8E499C"/>
      </a:accent2>
      <a:accent3>
        <a:srgbClr val="AEAEAE"/>
      </a:accent3>
      <a:accent4>
        <a:srgbClr val="DADADA"/>
      </a:accent4>
      <a:accent5>
        <a:srgbClr val="ADC9E6"/>
      </a:accent5>
      <a:accent6>
        <a:srgbClr val="80418D"/>
      </a:accent6>
      <a:hlink>
        <a:srgbClr val="FFFFFF"/>
      </a:hlink>
      <a:folHlink>
        <a:srgbClr val="FFFF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1542</Words>
  <Application>WPS 演示</Application>
  <PresentationFormat>On-screen Show (16:9)</PresentationFormat>
  <Paragraphs>180</Paragraphs>
  <Slides>13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13</vt:i4>
      </vt:variant>
    </vt:vector>
  </HeadingPairs>
  <TitlesOfParts>
    <vt:vector size="38" baseType="lpstr">
      <vt:lpstr>Arial</vt:lpstr>
      <vt:lpstr>宋体</vt:lpstr>
      <vt:lpstr>Wingdings</vt:lpstr>
      <vt:lpstr>汉仪书宋二KW</vt:lpstr>
      <vt:lpstr>Segoe UI</vt:lpstr>
      <vt:lpstr>苹方-简</vt:lpstr>
      <vt:lpstr>Times New Roman</vt:lpstr>
      <vt:lpstr>Palatino Linotype</vt:lpstr>
      <vt:lpstr>微软雅黑</vt:lpstr>
      <vt:lpstr>汉仪旗黑</vt:lpstr>
      <vt:lpstr>宋体</vt:lpstr>
      <vt:lpstr>Arial Unicode MS</vt:lpstr>
      <vt:lpstr>Adobe 黑体 Std R</vt:lpstr>
      <vt:lpstr>等线</vt:lpstr>
      <vt:lpstr>Source Han Sans</vt:lpstr>
      <vt:lpstr>汉仪中黑KW</vt:lpstr>
      <vt:lpstr>汉仪中等线KW</vt:lpstr>
      <vt:lpstr>Wingdings</vt:lpstr>
      <vt:lpstr>TechEd_2012_Template_16x9</vt:lpstr>
      <vt:lpstr>1_TechEd_2012_Template_16x9</vt:lpstr>
      <vt:lpstr>2_TechEd_2012_Template_16x9</vt:lpstr>
      <vt:lpstr>3_TechEd_2012_Template_16x9</vt:lpstr>
      <vt:lpstr>4_TechEd_2012_Template_16x9</vt:lpstr>
      <vt:lpstr>5_TechEd_2012_Template_16x9</vt:lpstr>
      <vt:lpstr>6_TechEd_2012_Template_16x9</vt:lpstr>
      <vt:lpstr>PowerPoint 演示文稿</vt:lpstr>
      <vt:lpstr> CONTENTS</vt:lpstr>
      <vt:lpstr>Person Re-identification</vt:lpstr>
      <vt:lpstr>Challenges in Existing ReID</vt:lpstr>
      <vt:lpstr> CONTENTS</vt:lpstr>
      <vt:lpstr>论文1:</vt:lpstr>
      <vt:lpstr> CONTENTS</vt:lpstr>
      <vt:lpstr>Paper1: xx</vt:lpstr>
      <vt:lpstr>论文1: xx</vt:lpstr>
      <vt:lpstr>论文1: xx</vt:lpstr>
      <vt:lpstr> CONTENTS</vt:lpstr>
      <vt:lpstr>Future work</vt:lpstr>
      <vt:lpstr>PowerPoint 演示文稿</vt:lpstr>
    </vt:vector>
  </TitlesOfParts>
  <LinksUpToDate>false</LinksUpToDate>
  <SharedDoc>false</SharedDoc>
  <HyperlinksChanged>false</HyperlinksChanged>
  <AppVersion>14.0000</AppVersion>
  <Manager>&lt;Content Manager Name Here&gt;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SAE-LR</dc:title>
  <dc:creator>Sonic</dc:creator>
  <cp:lastModifiedBy>QUIET</cp:lastModifiedBy>
  <cp:revision>7</cp:revision>
  <dcterms:created xsi:type="dcterms:W3CDTF">2024-11-01T02:50:55Z</dcterms:created>
  <dcterms:modified xsi:type="dcterms:W3CDTF">2024-11-01T02:50:55Z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0x010100B88FC3ECA26D1C46B3C4C83281D2EB9C003BBE479AF4108146A616B6B5E7069DBC</vt:lpwstr>
  </property>
  <property fmtid="{D5CDD505-2E9C-101B-9397-08002B2CF9AE}" pid="3" name="Event Venue">
    <vt:lpwstr>232;#Orange County Convention Center Orlando, FL|bd993e89-aa48-4695-84e0-3b53e88b1a79</vt:lpwstr>
  </property>
  <property fmtid="{D5CDD505-2E9C-101B-9397-08002B2CF9AE}" pid="4" name="Event Location">
    <vt:lpwstr>231;#Orlando|99ded043-d247-43a1-9b7a-028ecd66d1eb</vt:lpwstr>
  </property>
  <property fmtid="{D5CDD505-2E9C-101B-9397-08002B2CF9AE}" pid="5" name="Event1">
    <vt:lpwstr>126;#TechEd|ac8fad57-eb30-43a8-b5bd-05dcf2cf2246</vt:lpwstr>
  </property>
  <property fmtid="{D5CDD505-2E9C-101B-9397-08002B2CF9AE}" pid="6" name="KSOProductBuildVer">
    <vt:lpwstr>2052-6.11.0.8885</vt:lpwstr>
  </property>
  <property fmtid="{D5CDD505-2E9C-101B-9397-08002B2CF9AE}" pid="7" name="ICV">
    <vt:lpwstr>3FCE57940271174332352467A696D078_42</vt:lpwstr>
  </property>
</Properties>
</file>