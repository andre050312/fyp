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EEG 分类中真正决定结果的因素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电极 × 频段 × 特征 × 预训练模型</a:t>
            </a:r>
            <a:br/>
            <a:br/>
            <a:r>
              <a:rPr/>
              <a:t>基于 EEG文章筛选.xlsx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先给结论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相同时段只是输入规范，不是答案</a:t>
            </a:r>
          </a:p>
          <a:p>
            <a:pPr lvl="0"/>
            <a:r>
              <a:rPr/>
              <a:t>分类贡献来自 </a:t>
            </a:r>
            <a:r>
              <a:rPr b="1"/>
              <a:t>通道 × 频带 × 特征族</a:t>
            </a:r>
            <a:r>
              <a:rPr/>
              <a:t> 的组合</a:t>
            </a:r>
          </a:p>
          <a:p>
            <a:pPr lvl="0"/>
            <a:r>
              <a:rPr/>
              <a:t>先用全脑标准导联训练，再通过被试级消融缩减</a:t>
            </a:r>
          </a:p>
          <a:p>
            <a:pPr lvl="0"/>
            <a:r>
              <a:rPr/>
              <a:t>首选 </a:t>
            </a:r>
            <a:r>
              <a:rPr b="1"/>
              <a:t>LaBraM</a:t>
            </a:r>
            <a:r>
              <a:rPr/>
              <a:t> 微调；EEGPT、BIOT 做迁移基线</a:t>
            </a:r>
          </a:p>
          <a:p>
            <a:pPr lvl="0"/>
            <a:r>
              <a:rPr/>
              <a:t>判断“真正决定”必须看跨折、跨种子、跨数据集稳定性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表格内容的可用性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优先级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可用内容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EO/EC；19/31/32/64 导联；2–12 s 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主实验输入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PSD、相对功率、PLV/PSI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可解释基线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Fp1/Fp2 双通道；12 s 多尺度特征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部署/消融对照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LZC、样本熵、微状态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疾病特异补充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疼痛、POE、潜性风险混合训练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标签机制不同，暂不合并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哪些电极值得先验证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候选电极/区域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表中依据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全脑19导联；Fp1/Fp2；额叶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多频带、额叶不对称、双通道部署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额叶—顶叶网络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α/β 连接与网络效率异常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风险分型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CP5、FC5、PO4、Fp1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γ PSD、LZC、δ 功率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心理韧性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右前额、中央顶叶、T7/TP7、枕叶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PSI 有向信息流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这些是候选，不是预先认定的“决定性电极”。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哪些频段值得保留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MDD</a:t>
            </a:r>
            <a:r>
              <a:rPr/>
              <a:t>：δ/θ/α/β 全保留；γ 做补充</a:t>
            </a:r>
          </a:p>
          <a:p>
            <a:pPr lvl="0"/>
            <a:r>
              <a:rPr b="1"/>
              <a:t>SZ</a:t>
            </a:r>
            <a:r>
              <a:rPr/>
              <a:t>：优先 α、β 的额叶—顶叶连接</a:t>
            </a:r>
          </a:p>
          <a:p>
            <a:pPr lvl="0"/>
            <a:r>
              <a:rPr b="1"/>
              <a:t>潜性 SZ/双相</a:t>
            </a:r>
            <a:r>
              <a:rPr/>
              <a:t>：γ（约 30–64 Hz）优先，同时检查 Fp1 δ</a:t>
            </a:r>
          </a:p>
          <a:p>
            <a:pPr lvl="0"/>
            <a:r>
              <a:rPr b="1"/>
              <a:t>心理韧性</a:t>
            </a:r>
            <a:r>
              <a:rPr/>
              <a:t>：1–45 Hz 多频带功率作基线，PSI 可能更强</a:t>
            </a:r>
          </a:p>
          <a:p>
            <a:pPr lvl="0" indent="0" marL="0">
              <a:buNone/>
            </a:pPr>
            <a:r>
              <a:rPr/>
              <a:t>结论：不要只挑论文出现次数最多的频段；用 band-stop 消融测量独立贡献。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特征优先级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预训练 embedding</a:t>
            </a:r>
            <a:r>
              <a:rPr/>
              <a:t>：LaBraM / EEGPT</a:t>
            </a:r>
          </a:p>
          <a:p>
            <a:pPr lvl="0" indent="-342900" marL="342900">
              <a:buAutoNum type="arabicPeriod"/>
            </a:pPr>
            <a:r>
              <a:rPr b="1"/>
              <a:t>频谱基线</a:t>
            </a:r>
            <a:r>
              <a:rPr/>
              <a:t>：PSD、相对功率、额叶 α 不对称</a:t>
            </a:r>
          </a:p>
          <a:p>
            <a:pPr lvl="0" indent="-342900" marL="342900">
              <a:buAutoNum type="arabicPeriod"/>
            </a:pPr>
            <a:r>
              <a:rPr b="1"/>
              <a:t>连接特征</a:t>
            </a:r>
            <a:r>
              <a:rPr/>
              <a:t>：PLV；CSD 后 PSI（心理韧性优先）</a:t>
            </a:r>
          </a:p>
          <a:p>
            <a:pPr lvl="0" indent="-342900" marL="342900">
              <a:buAutoNum type="arabicPeriod"/>
            </a:pPr>
            <a:r>
              <a:rPr b="1"/>
              <a:t>复杂度</a:t>
            </a:r>
            <a:r>
              <a:rPr/>
              <a:t>：LZC、样本熵</a:t>
            </a:r>
          </a:p>
          <a:p>
            <a:pPr lvl="0" indent="-342900" marL="342900">
              <a:buAutoNum type="arabicPeriod"/>
            </a:pPr>
            <a:r>
              <a:rPr b="1"/>
              <a:t>微状态</a:t>
            </a:r>
            <a:r>
              <a:rPr/>
              <a:t>：适合 POE 机制研究，不作为通用首版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为什么首选 LaBraM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适配性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建议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头皮 EEG；channel patch；多数据集预训练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主模型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EEGPT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电极级自回归预训练；跨数据迁移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第二基线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异构通道/长度较灵活；较轻量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工程基线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核心域为颅内信号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不作首选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LaBraM 官方流程要求对齐通道顺序，并建议 0.1–75 Hz、200 Hz、μV。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推荐的基础架构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统一预处理</a:t>
            </a:r>
            <a:r>
              <a:rPr/>
              <a:t> → </a:t>
            </a:r>
            <a:r>
              <a:rPr b="1"/>
              <a:t>4–8 s 窗</a:t>
            </a:r>
            <a:r>
              <a:rPr/>
              <a:t> → </a:t>
            </a:r>
            <a:r>
              <a:rPr b="1"/>
              <a:t>LaBraM encoder</a:t>
            </a:r>
            <a:r>
              <a:rPr/>
              <a:t> → </a:t>
            </a:r>
            <a:r>
              <a:rPr b="1"/>
              <a:t>分类/回归头</a:t>
            </a:r>
          </a:p>
          <a:p>
            <a:pPr lvl="0"/>
            <a:r>
              <a:rPr/>
              <a:t>阶段 A：冻结 encoder，线性探测</a:t>
            </a:r>
          </a:p>
          <a:p>
            <a:pPr lvl="0"/>
            <a:r>
              <a:rPr/>
              <a:t>阶段 B：逐层解冻，小学习率微调</a:t>
            </a:r>
          </a:p>
          <a:p>
            <a:pPr lvl="0"/>
            <a:r>
              <a:rPr/>
              <a:t>并联：频带门控 + 通道门控</a:t>
            </a:r>
          </a:p>
          <a:p>
            <a:pPr lvl="0"/>
            <a:r>
              <a:rPr/>
              <a:t>输出：预测 + 通道/频带重要性 + 稳定性区间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如何证明“真正决定分类”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消融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回答的问题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单通道/区域遮挡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哪些电极提供不可替代信息？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单频带删除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哪些频段具有独立贡献？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特征族删除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embedding、PSD、连接谁更关键？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跨条件验证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EO/EC/任务态贡献是否可泛化？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必须采用 </a:t>
            </a:r>
            <a:r>
              <a:rPr b="1"/>
              <a:t>subject-wise nested CV</a:t>
            </a:r>
            <a:r>
              <a:rPr/>
              <a:t>；先分被试、后切窗，避免泄漏。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最小可行实验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数据：Mumtaz MDD 19 导联，或心理韧性 31 导联</a:t>
            </a:r>
          </a:p>
          <a:p>
            <a:pPr lvl="0"/>
            <a:r>
              <a:rPr/>
              <a:t>窗长：4 s、8 s；12 s 仅作为低通道对照</a:t>
            </a:r>
          </a:p>
          <a:p>
            <a:pPr lvl="0"/>
            <a:r>
              <a:rPr/>
              <a:t>基线：PSD+SVM、EEGNet/Conformer、冻结/微调 LaBraM</a:t>
            </a:r>
          </a:p>
          <a:p>
            <a:pPr lvl="0"/>
            <a:r>
              <a:rPr/>
              <a:t>指标：balanced accuracy、macro-F1、AUROC</a:t>
            </a:r>
          </a:p>
          <a:p>
            <a:pPr lvl="0"/>
            <a:r>
              <a:rPr/>
              <a:t>结果：性能表 + 电极×频带稳定性矩阵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风险与质量控制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窗口级随机划分会造成严重数据泄漏</a:t>
            </a:r>
          </a:p>
          <a:p>
            <a:pPr lvl="0"/>
            <a:r>
              <a:rPr/>
              <a:t>参考方式、采样率、单位、通道命名必须统一</a:t>
            </a:r>
          </a:p>
          <a:p>
            <a:pPr lvl="0"/>
            <a:r>
              <a:rPr/>
              <a:t>表中 2025–2026 条目需核验出版状态与代码/数据可用性</a:t>
            </a:r>
          </a:p>
          <a:p>
            <a:pPr lvl="0"/>
            <a:r>
              <a:rPr/>
              <a:t>小样本高准确率不能替代跨数据集外部验证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确定首个目标：MDD、SZ，还是心理韧性</a:t>
            </a:r>
          </a:p>
          <a:p>
            <a:pPr lvl="0" indent="-342900" marL="342900">
              <a:buAutoNum type="arabicPeriod"/>
            </a:pPr>
            <a:r>
              <a:rPr/>
              <a:t>核对原始 EEG 文件格式、通道表与标签</a:t>
            </a:r>
          </a:p>
          <a:p>
            <a:pPr lvl="0" indent="-342900" marL="342900">
              <a:buAutoNum type="arabicPeriod"/>
            </a:pPr>
            <a:r>
              <a:rPr/>
              <a:t>跑 PSD+SVM 与冻结 LaBraM 两条基线</a:t>
            </a:r>
          </a:p>
          <a:p>
            <a:pPr lvl="0" indent="-342900" marL="342900">
              <a:buAutoNum type="arabicPeriod"/>
            </a:pPr>
            <a:r>
              <a:rPr/>
              <a:t>执行通道/频带/特征消融并形成稳定性排名</a:t>
            </a:r>
          </a:p>
          <a:p>
            <a:pPr lvl="0" indent="0" marL="0">
              <a:buNone/>
            </a:pPr>
            <a:r>
              <a:rPr/>
              <a:t>最终产出：</a:t>
            </a:r>
            <a:r>
              <a:rPr b="1"/>
              <a:t>分类器 + 可复现的重要性证据，而不只是一个准确率。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EEG文章筛选.xlsx（用户提供）</a:t>
            </a:r>
          </a:p>
          <a:p>
            <a:pPr lvl="0"/>
            <a:r>
              <a:rPr/>
              <a:t>LaBraM: github.com/935963004/LaBraM；OpenReview QzTpTRVtrP</a:t>
            </a:r>
          </a:p>
          <a:p>
            <a:pPr lvl="0"/>
            <a:r>
              <a:rPr/>
              <a:t>EEGPT: arXiv 2410.19779</a:t>
            </a:r>
          </a:p>
          <a:p>
            <a:pPr lvl="0"/>
            <a:r>
              <a:rPr/>
              <a:t>BIOT: OpenReview c2LZyTyddi</a:t>
            </a:r>
          </a:p>
          <a:p>
            <a:pPr lvl="0"/>
            <a:r>
              <a:rPr/>
              <a:t>Brant: OpenReview DDkl9vaJyE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分类中真正决定结果的因素</dc:title>
  <dc:creator>基于 EEG文章筛选.xlsx</dc:creator>
  <cp:keywords/>
  <dcterms:created xsi:type="dcterms:W3CDTF">2026-08-31T08:35:17Z</dcterms:created>
  <dcterms:modified xsi:type="dcterms:W3CDTF">2026-08-31T08:35:17Z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date">
    <vt:lpwstr>2026-08-31</vt:lpwstr>
  </property>
  <property fmtid="{D5CDD505-2E9C-101B-9397-08002B2CF9AE}" pid="4" name="fontsize">
    <vt:lpwstr>20pt</vt:lpwstr>
  </property>
  <property fmtid="{D5CDD505-2E9C-101B-9397-08002B2CF9AE}" pid="5" name="subtitle">
    <vt:lpwstr>电极 × 频段 × 特征 × 预训练模型</vt:lpwstr>
  </property>
</Properties>
</file>